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968a7462144b4c" /><Relationship Type="http://schemas.openxmlformats.org/officeDocument/2006/relationships/extended-properties" Target="/docProps/app.xml" Id="R8dfb2c49bd4b4775" /><Relationship Type="http://schemas.openxmlformats.org/officeDocument/2006/relationships/officeDocument" Target="/ppt/presentation.xml" Id="R55160500f4004b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2530b31a5040d4"/>
  </p:sldMasterIdLst>
  <p:notesMasterIdLst>
    <p:notesMasterId xmlns:r="http://schemas.openxmlformats.org/officeDocument/2006/relationships" r:id="R6d473fb109ef47b4"/>
  </p:notesMasterIdLst>
  <p:sldIdLst>
    <p:sldId xmlns:r="http://schemas.openxmlformats.org/officeDocument/2006/relationships" id="256" r:id="R9eaeed3818264cfd"/>
    <p:sldId xmlns:r="http://schemas.openxmlformats.org/officeDocument/2006/relationships" id="257" r:id="R3251aa3c701843e0"/>
    <p:sldId xmlns:r="http://schemas.openxmlformats.org/officeDocument/2006/relationships" id="258" r:id="Rbde475e4ca44401b"/>
    <p:sldId xmlns:r="http://schemas.openxmlformats.org/officeDocument/2006/relationships" id="259" r:id="R99b3d92f284047b8"/>
    <p:sldId xmlns:r="http://schemas.openxmlformats.org/officeDocument/2006/relationships" id="260" r:id="R8390c28cb1ff42c0"/>
    <p:sldId xmlns:r="http://schemas.openxmlformats.org/officeDocument/2006/relationships" id="261" r:id="Rc9527e882fa64abb"/>
    <p:sldId xmlns:r="http://schemas.openxmlformats.org/officeDocument/2006/relationships" id="262" r:id="Rad684aef9d9f45ca"/>
    <p:sldId xmlns:r="http://schemas.openxmlformats.org/officeDocument/2006/relationships" id="263" r:id="Rd53f9f456c7c4532"/>
    <p:sldId xmlns:r="http://schemas.openxmlformats.org/officeDocument/2006/relationships" id="264" r:id="R868a6e468af74501"/>
    <p:sldId xmlns:r="http://schemas.openxmlformats.org/officeDocument/2006/relationships" id="265" r:id="Rce912b646e4a4769"/>
    <p:sldId xmlns:r="http://schemas.openxmlformats.org/officeDocument/2006/relationships" id="266" r:id="R3bf80daaf9174a8c"/>
    <p:sldId xmlns:r="http://schemas.openxmlformats.org/officeDocument/2006/relationships" id="267" r:id="R856b2101cae345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4529cf0212457b" /><Relationship Type="http://schemas.openxmlformats.org/officeDocument/2006/relationships/slideMaster" Target="/ppt/slideMasters/slideMaster1.xml" Id="Red2530b31a5040d4" /><Relationship Type="http://schemas.openxmlformats.org/officeDocument/2006/relationships/notesMaster" Target="/ppt/notesMasters/notesMaster1.xml" Id="R6d473fb109ef47b4" /><Relationship Type="http://schemas.openxmlformats.org/officeDocument/2006/relationships/presProps" Target="/ppt/presProps.xml" Id="R66732eddba594283" /><Relationship Type="http://schemas.openxmlformats.org/officeDocument/2006/relationships/tableStyles" Target="/ppt/tableStyles.xml" Id="R8738571de461430a" /><Relationship Type="http://schemas.openxmlformats.org/officeDocument/2006/relationships/slide" Target="/ppt/slides/slide1.xml" Id="R9eaeed3818264cfd" /><Relationship Type="http://schemas.openxmlformats.org/officeDocument/2006/relationships/slide" Target="/ppt/slides/slide2.xml" Id="R3251aa3c701843e0" /><Relationship Type="http://schemas.openxmlformats.org/officeDocument/2006/relationships/slide" Target="/ppt/slides/slide3.xml" Id="Rbde475e4ca44401b" /><Relationship Type="http://schemas.openxmlformats.org/officeDocument/2006/relationships/slide" Target="/ppt/slides/slide4.xml" Id="R99b3d92f284047b8" /><Relationship Type="http://schemas.openxmlformats.org/officeDocument/2006/relationships/slide" Target="/ppt/slides/slide5.xml" Id="R8390c28cb1ff42c0" /><Relationship Type="http://schemas.openxmlformats.org/officeDocument/2006/relationships/slide" Target="/ppt/slides/slide6.xml" Id="Rc9527e882fa64abb" /><Relationship Type="http://schemas.openxmlformats.org/officeDocument/2006/relationships/slide" Target="/ppt/slides/slide7.xml" Id="Rad684aef9d9f45ca" /><Relationship Type="http://schemas.openxmlformats.org/officeDocument/2006/relationships/slide" Target="/ppt/slides/slide8.xml" Id="Rd53f9f456c7c4532" /><Relationship Type="http://schemas.openxmlformats.org/officeDocument/2006/relationships/slide" Target="/ppt/slides/slide9.xml" Id="R868a6e468af74501" /><Relationship Type="http://schemas.openxmlformats.org/officeDocument/2006/relationships/slide" Target="/ppt/slides/slide10.xml" Id="Rce912b646e4a4769" /><Relationship Type="http://schemas.openxmlformats.org/officeDocument/2006/relationships/slide" Target="/ppt/slides/slide11.xml" Id="R3bf80daaf9174a8c" /><Relationship Type="http://schemas.openxmlformats.org/officeDocument/2006/relationships/slide" Target="/ppt/slides/slide12.xml" Id="R856b2101cae345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da0f499f454d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cb577e260d4067" /><Relationship Type="http://schemas.openxmlformats.org/officeDocument/2006/relationships/notesMaster" Target="/ppt/notesMasters/notesMaster1.xml" Id="R8147aeda6fe34f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63f37e8e524289" /><Relationship Type="http://schemas.openxmlformats.org/officeDocument/2006/relationships/notesMaster" Target="/ppt/notesMasters/notesMaster1.xml" Id="R928209fa7cb547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9b9b25b9084e01" /><Relationship Type="http://schemas.openxmlformats.org/officeDocument/2006/relationships/notesMaster" Target="/ppt/notesMasters/notesMaster1.xml" Id="R8eb42e5a00a940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a377cca52645f9" /><Relationship Type="http://schemas.openxmlformats.org/officeDocument/2006/relationships/notesMaster" Target="/ppt/notesMasters/notesMaster1.xml" Id="R5c1fc9620cab45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7a14d3815242a7" /><Relationship Type="http://schemas.openxmlformats.org/officeDocument/2006/relationships/notesMaster" Target="/ppt/notesMasters/notesMaster1.xml" Id="Rbfbd732a374c46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bad0dd701a4f12" /><Relationship Type="http://schemas.openxmlformats.org/officeDocument/2006/relationships/notesMaster" Target="/ppt/notesMasters/notesMaster1.xml" Id="R8c9495a49d1649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8daf443cf6462a" /><Relationship Type="http://schemas.openxmlformats.org/officeDocument/2006/relationships/notesMaster" Target="/ppt/notesMasters/notesMaster1.xml" Id="R8589ee10b0b04e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928e19c4fc44aa" /><Relationship Type="http://schemas.openxmlformats.org/officeDocument/2006/relationships/notesMaster" Target="/ppt/notesMasters/notesMaster1.xml" Id="R3175f234206843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1150334ddc42ff" /><Relationship Type="http://schemas.openxmlformats.org/officeDocument/2006/relationships/notesMaster" Target="/ppt/notesMasters/notesMaster1.xml" Id="R9461c97a65b546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fd289d4b714145" /><Relationship Type="http://schemas.openxmlformats.org/officeDocument/2006/relationships/notesMaster" Target="/ppt/notesMasters/notesMaster1.xml" Id="R7035e7cc45bc4f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ccca12c4d94b5e" /><Relationship Type="http://schemas.openxmlformats.org/officeDocument/2006/relationships/notesMaster" Target="/ppt/notesMasters/notesMaster1.xml" Id="R0a862dc8d8db4f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47b33aa7094f02" /><Relationship Type="http://schemas.openxmlformats.org/officeDocument/2006/relationships/notesMaster" Target="/ppt/notesMasters/notesMaster1.xml" Id="Rcee266d24c4f4f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results/xai/FD001/model_benchmark.csv and results/xai/FD001/test_predictions.csv. High-risk ranking uses negative predicted RUL from the Transformer sequence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rubric covered directly: predictive performance, XAI generation, explanation quality, trust investigation, and decision-support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data/processed/*/metadata.json and paper/figures/fd001_engine_profile.png.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paper/figures/proposed_architecture.png and implemented CLI artifact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results/xai/cross_subset_benchmark.csv and results/xai/FD001/model_benchmark.csv.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paper/figures/top_sensor_importance.png, paper/figures/temporal_importance.png, and results/xai/FD001/explanations/*.csv.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results/xai/FD001/xai_quality.json and results/xai/FD001/explainer_runtime.csv.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paper/figures/high_risk_precision_recall.png, paper/figures/high_risk_roc_curve.png, and results/xai/FD001/test_predictions.csv.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paper/figures/prediction_intervals.png, paper/figures/subgroup_mae.png, results/xai/FD001/prediction_intervals.csv, and results/xai/FD001/subgroup_metrics.csv.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paper/figures/dashboard_overview.png and src/cmapss_xai/dashboard/app.py.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paper/ieee_report.pdf, paper/expert_review_packet.md, and paper/expert_feedback_template.csv.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decision log in AGENTS.md, paper/ieee_report.pdf, and results/xai/cross_subset_benchmark.csv.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f8a6b7dd6e4b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983e8bbb8644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60393fcf3a466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df4b214f954e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dcbd918bf34a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b03187c3b84f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A78DB4-B114-4951-B090-01730B9FD4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0D950FC-8CED-4630-BACB-CBD5ED464B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5EB278F-EB2E-4524-940E-0E9028270E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85D0F3-41FF-4960-8A15-34097625BC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FCE1521-AA52-4A61-8C78-ABBE994BA1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5228ED-428F-46C4-B888-470D51A171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A4DB7C-602C-4C73-B6DA-8CA96C1C7D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99EAD1D-D334-438A-B2E3-64212D8F74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F73821-F065-4816-9AA9-FCD029B420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018A20-8A2B-4108-8F5B-9CFFC82A65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a6c78216204f6a" /><Relationship Type="http://schemas.openxmlformats.org/officeDocument/2006/relationships/slideLayout" Target="/ppt/slideLayouts/slideLayout1.xml" Id="Rc4ce1dc812f944e0" /><Relationship Type="http://schemas.openxmlformats.org/officeDocument/2006/relationships/slideLayout" Target="/ppt/slideLayouts/slideLayout2.xml" Id="Rc4392d0499a14582" /><Relationship Type="http://schemas.openxmlformats.org/officeDocument/2006/relationships/slideLayout" Target="/ppt/slideLayouts/slideLayout3.xml" Id="R67ad9529ab2c4115" /><Relationship Type="http://schemas.openxmlformats.org/officeDocument/2006/relationships/slideLayout" Target="/ppt/slideLayouts/slideLayout4.xml" Id="Rf716e076a58e4560" /><Relationship Type="http://schemas.openxmlformats.org/officeDocument/2006/relationships/slideLayout" Target="/ppt/slideLayouts/slideLayout5.xml" Id="R59adf36cec8d4c8b" /><Relationship Type="http://schemas.openxmlformats.org/officeDocument/2006/relationships/slideLayout" Target="/ppt/slideLayouts/slideLayout6.xml" Id="R09d9ae3701b145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ce1dc812f944e0"/>
    <p:sldLayoutId xmlns:r="http://schemas.openxmlformats.org/officeDocument/2006/relationships" id="2147483650" r:id="Rc4392d0499a14582"/>
    <p:sldLayoutId xmlns:r="http://schemas.openxmlformats.org/officeDocument/2006/relationships" id="2147483651" r:id="R67ad9529ab2c4115"/>
    <p:sldLayoutId xmlns:r="http://schemas.openxmlformats.org/officeDocument/2006/relationships" id="2147483652" r:id="Rf716e076a58e4560"/>
    <p:sldLayoutId xmlns:r="http://schemas.openxmlformats.org/officeDocument/2006/relationships" id="2147483653" r:id="R59adf36cec8d4c8b"/>
    <p:sldLayoutId xmlns:r="http://schemas.openxmlformats.org/officeDocument/2006/relationships" id="2147483654" r:id="R09d9ae3701b145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0b3ed1502e4664" /><Relationship Type="http://schemas.openxmlformats.org/officeDocument/2006/relationships/notesSlide" Target="/ppt/notesSlides/notesSlide1.xml" Id="Rd612960b70cb4b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d638e79f5a4277" /><Relationship Type="http://schemas.openxmlformats.org/officeDocument/2006/relationships/notesSlide" Target="/ppt/notesSlides/notesSlide2.xml" Id="Ra002766e34574a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52882f6dab417c" /><Relationship Type="http://schemas.openxmlformats.org/officeDocument/2006/relationships/image" Target="/ppt/media/image.png" Id="Rb423a465e7c443d0" /><Relationship Type="http://schemas.openxmlformats.org/officeDocument/2006/relationships/notesSlide" Target="/ppt/notesSlides/notesSlide3.xml" Id="Ra3d4acd4a77843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26d23d55fe44b4" /><Relationship Type="http://schemas.openxmlformats.org/officeDocument/2006/relationships/image" Target="/ppt/media/image2.png" Id="R72ac7696c9724880" /><Relationship Type="http://schemas.openxmlformats.org/officeDocument/2006/relationships/notesSlide" Target="/ppt/notesSlides/notesSlide4.xml" Id="Re41ca6298a0440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c56a87c7d94375" /><Relationship Type="http://schemas.openxmlformats.org/officeDocument/2006/relationships/chart" Target="/ppt/slides/charts/chart1.xml" Id="R2bc94cfbb4734284" /><Relationship Type="http://schemas.openxmlformats.org/officeDocument/2006/relationships/notesSlide" Target="/ppt/notesSlides/notesSlide5.xml" Id="R01b3ae1e11e14c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c2f880693f4dd2" /><Relationship Type="http://schemas.openxmlformats.org/officeDocument/2006/relationships/image" Target="/ppt/media/image3.png" Id="R05c39ff936da484b" /><Relationship Type="http://schemas.openxmlformats.org/officeDocument/2006/relationships/image" Target="/ppt/media/image4.png" Id="R37770df69f71461f" /><Relationship Type="http://schemas.openxmlformats.org/officeDocument/2006/relationships/notesSlide" Target="/ppt/notesSlides/notesSlide6.xml" Id="R00e8f42ea7f64c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43d96fed1d46a4" /><Relationship Type="http://schemas.openxmlformats.org/officeDocument/2006/relationships/image" Target="/ppt/media/image5.png" Id="R507cb907628143bc" /><Relationship Type="http://schemas.openxmlformats.org/officeDocument/2006/relationships/chart" Target="/ppt/slides/charts/chart2.xml" Id="R68d20ae5f649430c" /><Relationship Type="http://schemas.openxmlformats.org/officeDocument/2006/relationships/notesSlide" Target="/ppt/notesSlides/notesSlide7.xml" Id="Rccbadd51bfad40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7f4c21fd15489e" /><Relationship Type="http://schemas.openxmlformats.org/officeDocument/2006/relationships/image" Target="/ppt/media/image6.png" Id="R835eca02a6d64408" /><Relationship Type="http://schemas.openxmlformats.org/officeDocument/2006/relationships/image" Target="/ppt/media/image7.png" Id="R36b9049aab7c4d85" /><Relationship Type="http://schemas.openxmlformats.org/officeDocument/2006/relationships/notesSlide" Target="/ppt/notesSlides/notesSlide8.xml" Id="R58b450dbc7c848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a474979d474a71" /><Relationship Type="http://schemas.openxmlformats.org/officeDocument/2006/relationships/image" Target="/ppt/media/image8.png" Id="Rbab8558816cb4f56" /><Relationship Type="http://schemas.openxmlformats.org/officeDocument/2006/relationships/image" Target="/ppt/media/image9.png" Id="R07d45b9be43b4dc0" /><Relationship Type="http://schemas.openxmlformats.org/officeDocument/2006/relationships/notesSlide" Target="/ppt/notesSlides/notesSlide9.xml" Id="R76f55ade944845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e4db7698224e23" /><Relationship Type="http://schemas.openxmlformats.org/officeDocument/2006/relationships/image" Target="/ppt/media/image10.png" Id="R4b421e4b34b246a3" /><Relationship Type="http://schemas.openxmlformats.org/officeDocument/2006/relationships/notesSlide" Target="/ppt/notesSlides/notesSlide10.xml" Id="Rbfb94e2a210442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b8e2f958384570" /><Relationship Type="http://schemas.openxmlformats.org/officeDocument/2006/relationships/notesSlide" Target="/ppt/notesSlides/notesSlide11.xml" Id="R2d68bb3411094e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967678690b4c2b" /><Relationship Type="http://schemas.openxmlformats.org/officeDocument/2006/relationships/notesSlide" Target="/ppt/notesSlides/notesSlide12.xml" Id="R0bf6de14d8574c4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Best test RMSE</c:v>
          </c:tx>
          <c:spPr>
            <a:solidFill xmlns:a="http://schemas.openxmlformats.org/drawingml/2006/main">
              <a:schemeClr val="accent1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FD003 HGB</c:v>
                </c:pt>
                <c:pt idx="1">
                  <c:v>FD001 Transformer</c:v>
                </c:pt>
                <c:pt idx="2">
                  <c:v>FD004 HGB</c:v>
                </c:pt>
                <c:pt idx="3">
                  <c:v>FD002 Ridge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14.788</c:v>
                </c:pt>
                <c:pt idx="1">
                  <c:v>15.593</c:v>
                </c:pt>
                <c:pt idx="2">
                  <c:v>20.591</c:v>
                </c:pt>
                <c:pt idx="3">
                  <c:v>21.868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Seconds per sample</c:v>
          </c:tx>
          <c:spPr>
            <a:solidFill xmlns:a="http://schemas.openxmlformats.org/drawingml/2006/main">
              <a:schemeClr val="accent2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Occlusion</c:v>
                </c:pt>
                <c:pt idx="1">
                  <c:v>Temporal</c:v>
                </c:pt>
                <c:pt idx="2">
                  <c:v>IG</c:v>
                </c:pt>
                <c:pt idx="3">
                  <c:v>LIME pkg</c:v>
                </c:pt>
                <c:pt idx="4">
                  <c:v>SHAP pkg</c:v>
                </c:pt>
                <c:pt idx="5">
                  <c:v>DiCE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0.001</c:v>
                </c:pt>
                <c:pt idx="1">
                  <c:v>0.002</c:v>
                </c:pt>
                <c:pt idx="2">
                  <c:v>0.005</c:v>
                </c:pt>
                <c:pt idx="3">
                  <c:v>0.243</c:v>
                </c:pt>
                <c:pt idx="4">
                  <c:v>4.438</c:v>
                </c:pt>
                <c:pt idx="5">
                  <c:v>4.826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C19840-9874-4F20-881E-925A6C76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0F766E"/>
                </a:solidFill>
              </a:defRPr>
            </a:defPPr>
            <a:lvl1pPr algn="l">
              <a:defRPr sz="975" b="1">
                <a:solidFill>
                  <a:srgbClr val="0F766E"/>
                </a:solidFill>
              </a:defRPr>
            </a:lvl1pPr>
            <a:lvl2pPr algn="l">
              <a:defRPr sz="975" b="1">
                <a:solidFill>
                  <a:srgbClr val="0F766E"/>
                </a:solidFill>
              </a:defRPr>
            </a:lvl2pPr>
            <a:lvl3pPr algn="l">
              <a:defRPr sz="975" b="1">
                <a:solidFill>
                  <a:srgbClr val="0F766E"/>
                </a:solidFill>
              </a:defRPr>
            </a:lvl3pPr>
            <a:lvl4pPr algn="l">
              <a:defRPr sz="975" b="1">
                <a:solidFill>
                  <a:srgbClr val="0F766E"/>
                </a:solidFill>
              </a:defRPr>
            </a:lvl4pPr>
            <a:lvl5pPr algn="l">
              <a:defRPr sz="975" b="1">
                <a:solidFill>
                  <a:srgbClr val="0F766E"/>
                </a:solidFill>
              </a:defRPr>
            </a:lvl5pPr>
            <a:lvl6pPr algn="l">
              <a:defRPr sz="975" b="1">
                <a:solidFill>
                  <a:srgbClr val="0F766E"/>
                </a:solidFill>
              </a:defRPr>
            </a:lvl6pPr>
            <a:lvl7pPr algn="l">
              <a:defRPr sz="975" b="1">
                <a:solidFill>
                  <a:srgbClr val="0F766E"/>
                </a:solidFill>
              </a:defRPr>
            </a:lvl7pPr>
            <a:lvl8pPr algn="l">
              <a:defRPr sz="975" b="1">
                <a:solidFill>
                  <a:srgbClr val="0F766E"/>
                </a:solidFill>
              </a:defRPr>
            </a:lvl8pPr>
            <a:lvl9pPr algn="l">
              <a:defRPr sz="9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NASA C-MAPSS XAI FINAL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F0A8E-B712-4698-85F6-A8CA0D51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0F172A"/>
                </a:solidFill>
              </a:defRPr>
            </a:defPPr>
            <a:lvl1pPr algn="l">
              <a:defRPr sz="3300" b="1">
                <a:solidFill>
                  <a:srgbClr val="0F172A"/>
                </a:solidFill>
              </a:defRPr>
            </a:lvl1pPr>
            <a:lvl2pPr algn="l">
              <a:defRPr sz="3300" b="1">
                <a:solidFill>
                  <a:srgbClr val="0F172A"/>
                </a:solidFill>
              </a:defRPr>
            </a:lvl2pPr>
            <a:lvl3pPr algn="l">
              <a:defRPr sz="3300" b="1">
                <a:solidFill>
                  <a:srgbClr val="0F172A"/>
                </a:solidFill>
              </a:defRPr>
            </a:lvl3pPr>
            <a:lvl4pPr algn="l">
              <a:defRPr sz="3300" b="1">
                <a:solidFill>
                  <a:srgbClr val="0F172A"/>
                </a:solidFill>
              </a:defRPr>
            </a:lvl4pPr>
            <a:lvl5pPr algn="l">
              <a:defRPr sz="3300" b="1">
                <a:solidFill>
                  <a:srgbClr val="0F172A"/>
                </a:solidFill>
              </a:defRPr>
            </a:lvl5pPr>
            <a:lvl6pPr algn="l">
              <a:defRPr sz="3300" b="1">
                <a:solidFill>
                  <a:srgbClr val="0F172A"/>
                </a:solidFill>
              </a:defRPr>
            </a:lvl6pPr>
            <a:lvl7pPr algn="l">
              <a:defRPr sz="3300" b="1">
                <a:solidFill>
                  <a:srgbClr val="0F172A"/>
                </a:solidFill>
              </a:defRPr>
            </a:lvl7pPr>
            <a:lvl8pPr algn="l">
              <a:defRPr sz="3300" b="1">
                <a:solidFill>
                  <a:srgbClr val="0F172A"/>
                </a:solidFill>
              </a:defRPr>
            </a:lvl8pPr>
            <a:lvl9pPr algn="l">
              <a:defRPr sz="33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Explainable predictive maintenance for aircraft turbofan engines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AC588-3964-4FFD-BDAB-5CABE457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</a:defRPr>
            </a:defPPr>
            <a:lvl1pPr algn="l">
              <a:defRPr sz="1500" b="0">
                <a:solidFill>
                  <a:srgbClr val="475569"/>
                </a:solidFill>
              </a:defRPr>
            </a:lvl1pPr>
            <a:lvl2pPr algn="l">
              <a:defRPr sz="1500" b="0">
                <a:solidFill>
                  <a:srgbClr val="475569"/>
                </a:solidFill>
              </a:defRPr>
            </a:lvl2pPr>
            <a:lvl3pPr algn="l">
              <a:defRPr sz="1500" b="0">
                <a:solidFill>
                  <a:srgbClr val="475569"/>
                </a:solidFill>
              </a:defRPr>
            </a:lvl3pPr>
            <a:lvl4pPr algn="l">
              <a:defRPr sz="1500" b="0">
                <a:solidFill>
                  <a:srgbClr val="475569"/>
                </a:solidFill>
              </a:defRPr>
            </a:lvl4pPr>
            <a:lvl5pPr algn="l">
              <a:defRPr sz="1500" b="0">
                <a:solidFill>
                  <a:srgbClr val="475569"/>
                </a:solidFill>
              </a:defRPr>
            </a:lvl5pPr>
            <a:lvl6pPr algn="l">
              <a:defRPr sz="1500" b="0">
                <a:solidFill>
                  <a:srgbClr val="475569"/>
                </a:solidFill>
              </a:defRPr>
            </a:lvl6pPr>
            <a:lvl7pPr algn="l">
              <a:defRPr sz="1500" b="0">
                <a:solidFill>
                  <a:srgbClr val="475569"/>
                </a:solidFill>
              </a:defRPr>
            </a:lvl7pPr>
            <a:lvl8pPr algn="l">
              <a:defRPr sz="1500" b="0">
                <a:solidFill>
                  <a:srgbClr val="475569"/>
                </a:solidFill>
              </a:defRPr>
            </a:lvl8pPr>
            <a:lvl9pPr algn="l">
              <a:defRPr sz="150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Ranbir Kumar and Kumar Manthan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Under the guidance of Dr. Poornima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5B8A7-9359-4D33-92F1-2264B272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</a:defRPr>
            </a:defPPr>
            <a:lvl1pPr algn="l">
              <a:defRPr sz="1500" b="0">
                <a:solidFill>
                  <a:srgbClr val="475569"/>
                </a:solidFill>
              </a:defRPr>
            </a:lvl1pPr>
            <a:lvl2pPr algn="l">
              <a:defRPr sz="1500" b="0">
                <a:solidFill>
                  <a:srgbClr val="475569"/>
                </a:solidFill>
              </a:defRPr>
            </a:lvl2pPr>
            <a:lvl3pPr algn="l">
              <a:defRPr sz="1500" b="0">
                <a:solidFill>
                  <a:srgbClr val="475569"/>
                </a:solidFill>
              </a:defRPr>
            </a:lvl3pPr>
            <a:lvl4pPr algn="l">
              <a:defRPr sz="1500" b="0">
                <a:solidFill>
                  <a:srgbClr val="475569"/>
                </a:solidFill>
              </a:defRPr>
            </a:lvl4pPr>
            <a:lvl5pPr algn="l">
              <a:defRPr sz="1500" b="0">
                <a:solidFill>
                  <a:srgbClr val="475569"/>
                </a:solidFill>
              </a:defRPr>
            </a:lvl5pPr>
            <a:lvl6pPr algn="l">
              <a:defRPr sz="1500" b="0">
                <a:solidFill>
                  <a:srgbClr val="475569"/>
                </a:solidFill>
              </a:defRPr>
            </a:lvl6pPr>
            <a:lvl7pPr algn="l">
              <a:defRPr sz="1500" b="0">
                <a:solidFill>
                  <a:srgbClr val="475569"/>
                </a:solidFill>
              </a:defRPr>
            </a:lvl7pPr>
            <a:lvl8pPr algn="l">
              <a:defRPr sz="1500" b="0">
                <a:solidFill>
                  <a:srgbClr val="475569"/>
                </a:solidFill>
              </a:defRPr>
            </a:lvl8pPr>
            <a:lvl9pPr algn="l">
              <a:defRPr sz="150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Predict remaining useful life, explain sensor and time-window evidence, and convert model output into maintenance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505D8-5D68-414B-B29B-646EAEEE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715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0E7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FD451-DC7D-4CE4-89B5-DA305E23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12395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Best FD001 RMSE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A8444-A7A3-4E7C-BE11-78ADD1BD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716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15.593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77999-BE15-4389-AD0B-9B3D89C7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5260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475569"/>
                </a:solidFill>
              </a:defRPr>
            </a:defPPr>
            <a:lvl1pPr algn="l">
              <a:defRPr sz="975" b="0">
                <a:solidFill>
                  <a:srgbClr val="475569"/>
                </a:solidFill>
              </a:defRPr>
            </a:lvl1pPr>
            <a:lvl2pPr algn="l">
              <a:defRPr sz="975" b="0">
                <a:solidFill>
                  <a:srgbClr val="475569"/>
                </a:solidFill>
              </a:defRPr>
            </a:lvl2pPr>
            <a:lvl3pPr algn="l">
              <a:defRPr sz="975" b="0">
                <a:solidFill>
                  <a:srgbClr val="475569"/>
                </a:solidFill>
              </a:defRPr>
            </a:lvl3pPr>
            <a:lvl4pPr algn="l">
              <a:defRPr sz="975" b="0">
                <a:solidFill>
                  <a:srgbClr val="475569"/>
                </a:solidFill>
              </a:defRPr>
            </a:lvl4pPr>
            <a:lvl5pPr algn="l">
              <a:defRPr sz="975" b="0">
                <a:solidFill>
                  <a:srgbClr val="475569"/>
                </a:solidFill>
              </a:defRPr>
            </a:lvl5pPr>
            <a:lvl6pPr algn="l">
              <a:defRPr sz="975" b="0">
                <a:solidFill>
                  <a:srgbClr val="475569"/>
                </a:solidFill>
              </a:defRPr>
            </a:lvl6pPr>
            <a:lvl7pPr algn="l">
              <a:defRPr sz="975" b="0">
                <a:solidFill>
                  <a:srgbClr val="475569"/>
                </a:solidFill>
              </a:defRPr>
            </a:lvl7pPr>
            <a:lvl8pPr algn="l">
              <a:defRPr sz="975" b="0">
                <a:solidFill>
                  <a:srgbClr val="475569"/>
                </a:solidFill>
              </a:defRPr>
            </a:lvl8pPr>
            <a:lvl9pPr algn="l">
              <a:defRPr sz="97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Transformer sequence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6CA05-F33A-4178-BCF3-93FC948B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2410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7D4FA-4139-421E-BFBC-0619618F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7650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High-risk 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F4546-6F45-439F-81EF-3F3582E5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241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0.873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91199-34B0-4BA3-96DF-24BCA924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0515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475569"/>
                </a:solidFill>
              </a:defRPr>
            </a:defPPr>
            <a:lvl1pPr algn="l">
              <a:defRPr sz="975" b="0">
                <a:solidFill>
                  <a:srgbClr val="475569"/>
                </a:solidFill>
              </a:defRPr>
            </a:lvl1pPr>
            <a:lvl2pPr algn="l">
              <a:defRPr sz="975" b="0">
                <a:solidFill>
                  <a:srgbClr val="475569"/>
                </a:solidFill>
              </a:defRPr>
            </a:lvl2pPr>
            <a:lvl3pPr algn="l">
              <a:defRPr sz="975" b="0">
                <a:solidFill>
                  <a:srgbClr val="475569"/>
                </a:solidFill>
              </a:defRPr>
            </a:lvl3pPr>
            <a:lvl4pPr algn="l">
              <a:defRPr sz="975" b="0">
                <a:solidFill>
                  <a:srgbClr val="475569"/>
                </a:solidFill>
              </a:defRPr>
            </a:lvl4pPr>
            <a:lvl5pPr algn="l">
              <a:defRPr sz="975" b="0">
                <a:solidFill>
                  <a:srgbClr val="475569"/>
                </a:solidFill>
              </a:defRPr>
            </a:lvl5pPr>
            <a:lvl6pPr algn="l">
              <a:defRPr sz="975" b="0">
                <a:solidFill>
                  <a:srgbClr val="475569"/>
                </a:solidFill>
              </a:defRPr>
            </a:lvl6pPr>
            <a:lvl7pPr algn="l">
              <a:defRPr sz="975" b="0">
                <a:solidFill>
                  <a:srgbClr val="475569"/>
                </a:solidFill>
              </a:defRPr>
            </a:lvl7pPr>
            <a:lvl8pPr algn="l">
              <a:defRPr sz="975" b="0">
                <a:solidFill>
                  <a:srgbClr val="475569"/>
                </a:solidFill>
              </a:defRPr>
            </a:lvl8pPr>
            <a:lvl9pPr algn="l">
              <a:defRPr sz="97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RUL &lt;= 30 ranking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EE57C-3CFD-4159-8E45-7A4EACF2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766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40D22-6422-41B3-94AF-09CDA517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Project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4D6DE-7E92-4C47-A731-A00D635F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767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FD001-FD004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5FE83-861D-4F9F-9B89-8C62595D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5770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475569"/>
                </a:solidFill>
              </a:defRPr>
            </a:defPPr>
            <a:lvl1pPr algn="l">
              <a:defRPr sz="975" b="0">
                <a:solidFill>
                  <a:srgbClr val="475569"/>
                </a:solidFill>
              </a:defRPr>
            </a:lvl1pPr>
            <a:lvl2pPr algn="l">
              <a:defRPr sz="975" b="0">
                <a:solidFill>
                  <a:srgbClr val="475569"/>
                </a:solidFill>
              </a:defRPr>
            </a:lvl2pPr>
            <a:lvl3pPr algn="l">
              <a:defRPr sz="975" b="0">
                <a:solidFill>
                  <a:srgbClr val="475569"/>
                </a:solidFill>
              </a:defRPr>
            </a:lvl3pPr>
            <a:lvl4pPr algn="l">
              <a:defRPr sz="975" b="0">
                <a:solidFill>
                  <a:srgbClr val="475569"/>
                </a:solidFill>
              </a:defRPr>
            </a:lvl4pPr>
            <a:lvl5pPr algn="l">
              <a:defRPr sz="975" b="0">
                <a:solidFill>
                  <a:srgbClr val="475569"/>
                </a:solidFill>
              </a:defRPr>
            </a:lvl5pPr>
            <a:lvl6pPr algn="l">
              <a:defRPr sz="975" b="0">
                <a:solidFill>
                  <a:srgbClr val="475569"/>
                </a:solidFill>
              </a:defRPr>
            </a:lvl6pPr>
            <a:lvl7pPr algn="l">
              <a:defRPr sz="975" b="0">
                <a:solidFill>
                  <a:srgbClr val="475569"/>
                </a:solidFill>
              </a:defRPr>
            </a:lvl7pPr>
            <a:lvl8pPr algn="l">
              <a:defRPr sz="975" b="0">
                <a:solidFill>
                  <a:srgbClr val="475569"/>
                </a:solidFill>
              </a:defRPr>
            </a:lvl8pPr>
            <a:lvl9pPr algn="l">
              <a:defRPr sz="97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Prepared, validated, benchmarked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4459E9-37C3-44C5-8003-A60410BF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C-MAPSS XAI Research Foundation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7C18F-244E-4878-A512-AD76938A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4748B"/>
                </a:solidFill>
              </a:defRPr>
            </a:defPPr>
            <a:lvl1pPr algn="r">
              <a:defRPr sz="825" b="0">
                <a:solidFill>
                  <a:srgbClr val="64748B"/>
                </a:solidFill>
              </a:defRPr>
            </a:lvl1pPr>
            <a:lvl2pPr algn="r">
              <a:defRPr sz="825" b="0">
                <a:solidFill>
                  <a:srgbClr val="64748B"/>
                </a:solidFill>
              </a:defRPr>
            </a:lvl2pPr>
            <a:lvl3pPr algn="r">
              <a:defRPr sz="825" b="0">
                <a:solidFill>
                  <a:srgbClr val="64748B"/>
                </a:solidFill>
              </a:defRPr>
            </a:lvl3pPr>
            <a:lvl4pPr algn="r">
              <a:defRPr sz="825" b="0">
                <a:solidFill>
                  <a:srgbClr val="64748B"/>
                </a:solidFill>
              </a:defRPr>
            </a:lvl4pPr>
            <a:lvl5pPr algn="r">
              <a:defRPr sz="825" b="0">
                <a:solidFill>
                  <a:srgbClr val="64748B"/>
                </a:solidFill>
              </a:defRPr>
            </a:lvl5pPr>
            <a:lvl6pPr algn="r">
              <a:defRPr sz="825" b="0">
                <a:solidFill>
                  <a:srgbClr val="64748B"/>
                </a:solidFill>
              </a:defRPr>
            </a:lvl6pPr>
            <a:lvl7pPr algn="r">
              <a:defRPr sz="825" b="0">
                <a:solidFill>
                  <a:srgbClr val="64748B"/>
                </a:solidFill>
              </a:defRPr>
            </a:lvl7pPr>
            <a:lvl8pPr algn="r">
              <a:defRPr sz="825" b="0">
                <a:solidFill>
                  <a:srgbClr val="64748B"/>
                </a:solidFill>
              </a:defRPr>
            </a:lvl8pPr>
            <a:lvl9pPr algn="r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61603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D90EBA-297B-478B-84BF-CA74612D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F766E"/>
                </a:solidFill>
              </a:defRPr>
            </a:defPPr>
            <a:lvl1pPr algn="l">
              <a:defRPr sz="900" b="1">
                <a:solidFill>
                  <a:srgbClr val="0F766E"/>
                </a:solidFill>
              </a:defRPr>
            </a:lvl1pPr>
            <a:lvl2pPr algn="l">
              <a:defRPr sz="900" b="1">
                <a:solidFill>
                  <a:srgbClr val="0F766E"/>
                </a:solidFill>
              </a:defRPr>
            </a:lvl2pPr>
            <a:lvl3pPr algn="l">
              <a:defRPr sz="900" b="1">
                <a:solidFill>
                  <a:srgbClr val="0F766E"/>
                </a:solidFill>
              </a:defRPr>
            </a:lvl3pPr>
            <a:lvl4pPr algn="l">
              <a:defRPr sz="900" b="1">
                <a:solidFill>
                  <a:srgbClr val="0F766E"/>
                </a:solidFill>
              </a:defRPr>
            </a:lvl4pPr>
            <a:lvl5pPr algn="l">
              <a:defRPr sz="900" b="1">
                <a:solidFill>
                  <a:srgbClr val="0F766E"/>
                </a:solidFill>
              </a:defRPr>
            </a:lvl5pPr>
            <a:lvl6pPr algn="l">
              <a:defRPr sz="900" b="1">
                <a:solidFill>
                  <a:srgbClr val="0F766E"/>
                </a:solidFill>
              </a:defRPr>
            </a:lvl6pPr>
            <a:lvl7pPr algn="l">
              <a:defRPr sz="900" b="1">
                <a:solidFill>
                  <a:srgbClr val="0F766E"/>
                </a:solidFill>
              </a:defRPr>
            </a:lvl7pPr>
            <a:lvl8pPr algn="l">
              <a:defRPr sz="900" b="1">
                <a:solidFill>
                  <a:srgbClr val="0F766E"/>
                </a:solidFill>
              </a:defRPr>
            </a:lvl8pPr>
            <a:lvl9pPr algn="l">
              <a:defRPr sz="9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97C6A-DCA3-4B27-9D44-92FCB91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0F172A"/>
                </a:solidFill>
              </a:defRPr>
            </a:defPPr>
            <a:lvl1pPr algn="l">
              <a:defRPr sz="2850" b="1">
                <a:solidFill>
                  <a:srgbClr val="0F172A"/>
                </a:solidFill>
              </a:defRPr>
            </a:lvl1pPr>
            <a:lvl2pPr algn="l">
              <a:defRPr sz="2850" b="1">
                <a:solidFill>
                  <a:srgbClr val="0F172A"/>
                </a:solidFill>
              </a:defRPr>
            </a:lvl2pPr>
            <a:lvl3pPr algn="l">
              <a:defRPr sz="2850" b="1">
                <a:solidFill>
                  <a:srgbClr val="0F172A"/>
                </a:solidFill>
              </a:defRPr>
            </a:lvl3pPr>
            <a:lvl4pPr algn="l">
              <a:defRPr sz="2850" b="1">
                <a:solidFill>
                  <a:srgbClr val="0F172A"/>
                </a:solidFill>
              </a:defRPr>
            </a:lvl4pPr>
            <a:lvl5pPr algn="l">
              <a:defRPr sz="2850" b="1">
                <a:solidFill>
                  <a:srgbClr val="0F172A"/>
                </a:solidFill>
              </a:defRPr>
            </a:lvl5pPr>
            <a:lvl6pPr algn="l">
              <a:defRPr sz="2850" b="1">
                <a:solidFill>
                  <a:srgbClr val="0F172A"/>
                </a:solidFill>
              </a:defRPr>
            </a:lvl6pPr>
            <a:lvl7pPr algn="l">
              <a:defRPr sz="2850" b="1">
                <a:solidFill>
                  <a:srgbClr val="0F172A"/>
                </a:solidFill>
              </a:defRPr>
            </a:lvl7pPr>
            <a:lvl8pPr algn="l">
              <a:defRPr sz="2850" b="1">
                <a:solidFill>
                  <a:srgbClr val="0F172A"/>
                </a:solidFill>
              </a:defRPr>
            </a:lvl8pPr>
            <a:lvl9pPr algn="l">
              <a:defRPr sz="28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RUL predictions need evidence a maintenance engineer can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D92A2-08F7-4AF8-88C6-A06CEFB8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</a:defRPr>
            </a:defPPr>
            <a:lvl1pPr algn="l">
              <a:defRPr sz="1350" b="0">
                <a:solidFill>
                  <a:srgbClr val="475569"/>
                </a:solidFill>
              </a:defRPr>
            </a:lvl1pPr>
            <a:lvl2pPr algn="l">
              <a:defRPr sz="1350" b="0">
                <a:solidFill>
                  <a:srgbClr val="475569"/>
                </a:solidFill>
              </a:defRPr>
            </a:lvl2pPr>
            <a:lvl3pPr algn="l">
              <a:defRPr sz="1350" b="0">
                <a:solidFill>
                  <a:srgbClr val="475569"/>
                </a:solidFill>
              </a:defRPr>
            </a:lvl3pPr>
            <a:lvl4pPr algn="l">
              <a:defRPr sz="1350" b="0">
                <a:solidFill>
                  <a:srgbClr val="475569"/>
                </a:solidFill>
              </a:defRPr>
            </a:lvl4pPr>
            <a:lvl5pPr algn="l">
              <a:defRPr sz="1350" b="0">
                <a:solidFill>
                  <a:srgbClr val="475569"/>
                </a:solidFill>
              </a:defRPr>
            </a:lvl5pPr>
            <a:lvl6pPr algn="l">
              <a:defRPr sz="1350" b="0">
                <a:solidFill>
                  <a:srgbClr val="475569"/>
                </a:solidFill>
              </a:defRPr>
            </a:lvl6pPr>
            <a:lvl7pPr algn="l">
              <a:defRPr sz="1350" b="0">
                <a:solidFill>
                  <a:srgbClr val="475569"/>
                </a:solidFill>
              </a:defRPr>
            </a:lvl7pPr>
            <a:lvl8pPr algn="l">
              <a:defRPr sz="1350" b="0">
                <a:solidFill>
                  <a:srgbClr val="475569"/>
                </a:solidFill>
              </a:defRPr>
            </a:lvl8pPr>
            <a:lvl9pPr algn="l">
              <a:defRPr sz="13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Final review focus: benchmark models, explain model behavior, test explanation quality, and show decision value.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4EC2B-DE0B-467D-AC32-328D03F1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93929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63AE7-71A9-48F2-99D2-D2FAC9C7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67259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F172A"/>
                </a:solidFill>
              </a:defRPr>
            </a:defPPr>
            <a:lvl1pPr algn="ctr">
              <a:defRPr sz="1200" b="1">
                <a:solidFill>
                  <a:srgbClr val="0F172A"/>
                </a:solidFill>
              </a:defRPr>
            </a:lvl1pPr>
            <a:lvl2pPr algn="ctr">
              <a:defRPr sz="1200" b="1">
                <a:solidFill>
                  <a:srgbClr val="0F172A"/>
                </a:solidFill>
              </a:defRPr>
            </a:lvl2pPr>
            <a:lvl3pPr algn="ctr">
              <a:defRPr sz="1200" b="1">
                <a:solidFill>
                  <a:srgbClr val="0F172A"/>
                </a:solidFill>
              </a:defRPr>
            </a:lvl3pPr>
            <a:lvl4pPr algn="ctr">
              <a:defRPr sz="1200" b="1">
                <a:solidFill>
                  <a:srgbClr val="0F172A"/>
                </a:solidFill>
              </a:defRPr>
            </a:lvl4pPr>
            <a:lvl5pPr algn="ctr">
              <a:defRPr sz="1200" b="1">
                <a:solidFill>
                  <a:srgbClr val="0F172A"/>
                </a:solidFill>
              </a:defRPr>
            </a:lvl5pPr>
            <a:lvl6pPr algn="ctr">
              <a:defRPr sz="1200" b="1">
                <a:solidFill>
                  <a:srgbClr val="0F172A"/>
                </a:solidFill>
              </a:defRPr>
            </a:lvl6pPr>
            <a:lvl7pPr algn="ctr">
              <a:defRPr sz="1200" b="1">
                <a:solidFill>
                  <a:srgbClr val="0F172A"/>
                </a:solidFill>
              </a:defRPr>
            </a:lvl7pPr>
            <a:lvl8pPr algn="ctr">
              <a:defRPr sz="1200" b="1">
                <a:solidFill>
                  <a:srgbClr val="0F172A"/>
                </a:solidFill>
              </a:defRPr>
            </a:lvl8pPr>
            <a:lvl9pPr algn="ctr">
              <a:defRPr sz="12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Engine telemetry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42975-C6FA-4A41-8A9E-539B240E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293370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475569"/>
                </a:solidFill>
              </a:defRPr>
            </a:defPPr>
            <a:lvl1pPr algn="ctr">
              <a:defRPr sz="1650" b="1">
                <a:solidFill>
                  <a:srgbClr val="475569"/>
                </a:solidFill>
              </a:defRPr>
            </a:lvl1pPr>
            <a:lvl2pPr algn="ctr">
              <a:defRPr sz="1650" b="1">
                <a:solidFill>
                  <a:srgbClr val="475569"/>
                </a:solidFill>
              </a:defRPr>
            </a:lvl2pPr>
            <a:lvl3pPr algn="ctr">
              <a:defRPr sz="1650" b="1">
                <a:solidFill>
                  <a:srgbClr val="475569"/>
                </a:solidFill>
              </a:defRPr>
            </a:lvl3pPr>
            <a:lvl4pPr algn="ctr">
              <a:defRPr sz="1650" b="1">
                <a:solidFill>
                  <a:srgbClr val="475569"/>
                </a:solidFill>
              </a:defRPr>
            </a:lvl4pPr>
            <a:lvl5pPr algn="ctr">
              <a:defRPr sz="1650" b="1">
                <a:solidFill>
                  <a:srgbClr val="475569"/>
                </a:solidFill>
              </a:defRPr>
            </a:lvl5pPr>
            <a:lvl6pPr algn="ctr">
              <a:defRPr sz="1650" b="1">
                <a:solidFill>
                  <a:srgbClr val="475569"/>
                </a:solidFill>
              </a:defRPr>
            </a:lvl6pPr>
            <a:lvl7pPr algn="ctr">
              <a:defRPr sz="1650" b="1">
                <a:solidFill>
                  <a:srgbClr val="475569"/>
                </a:solidFill>
              </a:defRPr>
            </a:lvl7pPr>
            <a:lvl8pPr algn="ctr">
              <a:defRPr sz="1650" b="1">
                <a:solidFill>
                  <a:srgbClr val="475569"/>
                </a:solidFill>
              </a:defRPr>
            </a:lvl8pPr>
            <a:lvl9pPr algn="ctr">
              <a:defRPr sz="165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FE3E0-9024-40D6-8AE5-391784E4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2571750"/>
            <a:ext cx="193929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0E7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C7B5E-99D9-4FDA-A358-D538DBCD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440" y="2781300"/>
            <a:ext cx="167259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F172A"/>
                </a:solidFill>
              </a:defRPr>
            </a:defPPr>
            <a:lvl1pPr algn="ctr">
              <a:defRPr sz="1200" b="1">
                <a:solidFill>
                  <a:srgbClr val="0F172A"/>
                </a:solidFill>
              </a:defRPr>
            </a:lvl1pPr>
            <a:lvl2pPr algn="ctr">
              <a:defRPr sz="1200" b="1">
                <a:solidFill>
                  <a:srgbClr val="0F172A"/>
                </a:solidFill>
              </a:defRPr>
            </a:lvl2pPr>
            <a:lvl3pPr algn="ctr">
              <a:defRPr sz="1200" b="1">
                <a:solidFill>
                  <a:srgbClr val="0F172A"/>
                </a:solidFill>
              </a:defRPr>
            </a:lvl3pPr>
            <a:lvl4pPr algn="ctr">
              <a:defRPr sz="1200" b="1">
                <a:solidFill>
                  <a:srgbClr val="0F172A"/>
                </a:solidFill>
              </a:defRPr>
            </a:lvl4pPr>
            <a:lvl5pPr algn="ctr">
              <a:defRPr sz="1200" b="1">
                <a:solidFill>
                  <a:srgbClr val="0F172A"/>
                </a:solidFill>
              </a:defRPr>
            </a:lvl5pPr>
            <a:lvl6pPr algn="ctr">
              <a:defRPr sz="1200" b="1">
                <a:solidFill>
                  <a:srgbClr val="0F172A"/>
                </a:solidFill>
              </a:defRPr>
            </a:lvl6pPr>
            <a:lvl7pPr algn="ctr">
              <a:defRPr sz="1200" b="1">
                <a:solidFill>
                  <a:srgbClr val="0F172A"/>
                </a:solidFill>
              </a:defRPr>
            </a:lvl7pPr>
            <a:lvl8pPr algn="ctr">
              <a:defRPr sz="1200" b="1">
                <a:solidFill>
                  <a:srgbClr val="0F172A"/>
                </a:solidFill>
              </a:defRPr>
            </a:lvl8pPr>
            <a:lvl9pPr algn="ctr">
              <a:defRPr sz="12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RUL prediction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DBD65-6D5B-4972-B44A-94FFABDF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430" y="293370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475569"/>
                </a:solidFill>
              </a:defRPr>
            </a:defPPr>
            <a:lvl1pPr algn="ctr">
              <a:defRPr sz="1650" b="1">
                <a:solidFill>
                  <a:srgbClr val="475569"/>
                </a:solidFill>
              </a:defRPr>
            </a:lvl1pPr>
            <a:lvl2pPr algn="ctr">
              <a:defRPr sz="1650" b="1">
                <a:solidFill>
                  <a:srgbClr val="475569"/>
                </a:solidFill>
              </a:defRPr>
            </a:lvl2pPr>
            <a:lvl3pPr algn="ctr">
              <a:defRPr sz="1650" b="1">
                <a:solidFill>
                  <a:srgbClr val="475569"/>
                </a:solidFill>
              </a:defRPr>
            </a:lvl3pPr>
            <a:lvl4pPr algn="ctr">
              <a:defRPr sz="1650" b="1">
                <a:solidFill>
                  <a:srgbClr val="475569"/>
                </a:solidFill>
              </a:defRPr>
            </a:lvl4pPr>
            <a:lvl5pPr algn="ctr">
              <a:defRPr sz="1650" b="1">
                <a:solidFill>
                  <a:srgbClr val="475569"/>
                </a:solidFill>
              </a:defRPr>
            </a:lvl5pPr>
            <a:lvl6pPr algn="ctr">
              <a:defRPr sz="1650" b="1">
                <a:solidFill>
                  <a:srgbClr val="475569"/>
                </a:solidFill>
              </a:defRPr>
            </a:lvl6pPr>
            <a:lvl7pPr algn="ctr">
              <a:defRPr sz="1650" b="1">
                <a:solidFill>
                  <a:srgbClr val="475569"/>
                </a:solidFill>
              </a:defRPr>
            </a:lvl7pPr>
            <a:lvl8pPr algn="ctr">
              <a:defRPr sz="1650" b="1">
                <a:solidFill>
                  <a:srgbClr val="475569"/>
                </a:solidFill>
              </a:defRPr>
            </a:lvl8pPr>
            <a:lvl9pPr algn="ctr">
              <a:defRPr sz="165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28CBB-AD92-458D-9DBA-ECF20697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830" y="2571750"/>
            <a:ext cx="193929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8B9C7-314A-4ACC-8A58-1A348631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2781300"/>
            <a:ext cx="167259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F172A"/>
                </a:solidFill>
              </a:defRPr>
            </a:defPPr>
            <a:lvl1pPr algn="ctr">
              <a:defRPr sz="1200" b="1">
                <a:solidFill>
                  <a:srgbClr val="0F172A"/>
                </a:solidFill>
              </a:defRPr>
            </a:lvl1pPr>
            <a:lvl2pPr algn="ctr">
              <a:defRPr sz="1200" b="1">
                <a:solidFill>
                  <a:srgbClr val="0F172A"/>
                </a:solidFill>
              </a:defRPr>
            </a:lvl2pPr>
            <a:lvl3pPr algn="ctr">
              <a:defRPr sz="1200" b="1">
                <a:solidFill>
                  <a:srgbClr val="0F172A"/>
                </a:solidFill>
              </a:defRPr>
            </a:lvl3pPr>
            <a:lvl4pPr algn="ctr">
              <a:defRPr sz="1200" b="1">
                <a:solidFill>
                  <a:srgbClr val="0F172A"/>
                </a:solidFill>
              </a:defRPr>
            </a:lvl4pPr>
            <a:lvl5pPr algn="ctr">
              <a:defRPr sz="1200" b="1">
                <a:solidFill>
                  <a:srgbClr val="0F172A"/>
                </a:solidFill>
              </a:defRPr>
            </a:lvl5pPr>
            <a:lvl6pPr algn="ctr">
              <a:defRPr sz="1200" b="1">
                <a:solidFill>
                  <a:srgbClr val="0F172A"/>
                </a:solidFill>
              </a:defRPr>
            </a:lvl6pPr>
            <a:lvl7pPr algn="ctr">
              <a:defRPr sz="1200" b="1">
                <a:solidFill>
                  <a:srgbClr val="0F172A"/>
                </a:solidFill>
              </a:defRPr>
            </a:lvl7pPr>
            <a:lvl8pPr algn="ctr">
              <a:defRPr sz="1200" b="1">
                <a:solidFill>
                  <a:srgbClr val="0F172A"/>
                </a:solidFill>
              </a:defRPr>
            </a:lvl8pPr>
            <a:lvl9pPr algn="ctr">
              <a:defRPr sz="12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XAI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410D17-FA48-4EE5-8625-CBDAB594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170" y="293370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475569"/>
                </a:solidFill>
              </a:defRPr>
            </a:defPPr>
            <a:lvl1pPr algn="ctr">
              <a:defRPr sz="1650" b="1">
                <a:solidFill>
                  <a:srgbClr val="475569"/>
                </a:solidFill>
              </a:defRPr>
            </a:lvl1pPr>
            <a:lvl2pPr algn="ctr">
              <a:defRPr sz="1650" b="1">
                <a:solidFill>
                  <a:srgbClr val="475569"/>
                </a:solidFill>
              </a:defRPr>
            </a:lvl2pPr>
            <a:lvl3pPr algn="ctr">
              <a:defRPr sz="1650" b="1">
                <a:solidFill>
                  <a:srgbClr val="475569"/>
                </a:solidFill>
              </a:defRPr>
            </a:lvl3pPr>
            <a:lvl4pPr algn="ctr">
              <a:defRPr sz="1650" b="1">
                <a:solidFill>
                  <a:srgbClr val="475569"/>
                </a:solidFill>
              </a:defRPr>
            </a:lvl4pPr>
            <a:lvl5pPr algn="ctr">
              <a:defRPr sz="1650" b="1">
                <a:solidFill>
                  <a:srgbClr val="475569"/>
                </a:solidFill>
              </a:defRPr>
            </a:lvl5pPr>
            <a:lvl6pPr algn="ctr">
              <a:defRPr sz="1650" b="1">
                <a:solidFill>
                  <a:srgbClr val="475569"/>
                </a:solidFill>
              </a:defRPr>
            </a:lvl6pPr>
            <a:lvl7pPr algn="ctr">
              <a:defRPr sz="1650" b="1">
                <a:solidFill>
                  <a:srgbClr val="475569"/>
                </a:solidFill>
              </a:defRPr>
            </a:lvl7pPr>
            <a:lvl8pPr algn="ctr">
              <a:defRPr sz="1650" b="1">
                <a:solidFill>
                  <a:srgbClr val="475569"/>
                </a:solidFill>
              </a:defRPr>
            </a:lvl8pPr>
            <a:lvl9pPr algn="ctr">
              <a:defRPr sz="165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A1969-E16C-4DB1-9B93-966672BE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570" y="2571750"/>
            <a:ext cx="193929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4C1B7-0A8E-4DF4-AD43-688F789A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781300"/>
            <a:ext cx="167259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F172A"/>
                </a:solidFill>
              </a:defRPr>
            </a:defPPr>
            <a:lvl1pPr algn="ctr">
              <a:defRPr sz="1200" b="1">
                <a:solidFill>
                  <a:srgbClr val="0F172A"/>
                </a:solidFill>
              </a:defRPr>
            </a:lvl1pPr>
            <a:lvl2pPr algn="ctr">
              <a:defRPr sz="1200" b="1">
                <a:solidFill>
                  <a:srgbClr val="0F172A"/>
                </a:solidFill>
              </a:defRPr>
            </a:lvl2pPr>
            <a:lvl3pPr algn="ctr">
              <a:defRPr sz="1200" b="1">
                <a:solidFill>
                  <a:srgbClr val="0F172A"/>
                </a:solidFill>
              </a:defRPr>
            </a:lvl3pPr>
            <a:lvl4pPr algn="ctr">
              <a:defRPr sz="1200" b="1">
                <a:solidFill>
                  <a:srgbClr val="0F172A"/>
                </a:solidFill>
              </a:defRPr>
            </a:lvl4pPr>
            <a:lvl5pPr algn="ctr">
              <a:defRPr sz="1200" b="1">
                <a:solidFill>
                  <a:srgbClr val="0F172A"/>
                </a:solidFill>
              </a:defRPr>
            </a:lvl5pPr>
            <a:lvl6pPr algn="ctr">
              <a:defRPr sz="1200" b="1">
                <a:solidFill>
                  <a:srgbClr val="0F172A"/>
                </a:solidFill>
              </a:defRPr>
            </a:lvl6pPr>
            <a:lvl7pPr algn="ctr">
              <a:defRPr sz="1200" b="1">
                <a:solidFill>
                  <a:srgbClr val="0F172A"/>
                </a:solidFill>
              </a:defRPr>
            </a:lvl7pPr>
            <a:lvl8pPr algn="ctr">
              <a:defRPr sz="1200" b="1">
                <a:solidFill>
                  <a:srgbClr val="0F172A"/>
                </a:solidFill>
              </a:defRPr>
            </a:lvl8pPr>
            <a:lvl9pPr algn="ctr">
              <a:defRPr sz="12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Trust checks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3638C-8F72-490C-B947-5838FBF6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910" y="293370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475569"/>
                </a:solidFill>
              </a:defRPr>
            </a:defPPr>
            <a:lvl1pPr algn="ctr">
              <a:defRPr sz="1650" b="1">
                <a:solidFill>
                  <a:srgbClr val="475569"/>
                </a:solidFill>
              </a:defRPr>
            </a:lvl1pPr>
            <a:lvl2pPr algn="ctr">
              <a:defRPr sz="1650" b="1">
                <a:solidFill>
                  <a:srgbClr val="475569"/>
                </a:solidFill>
              </a:defRPr>
            </a:lvl2pPr>
            <a:lvl3pPr algn="ctr">
              <a:defRPr sz="1650" b="1">
                <a:solidFill>
                  <a:srgbClr val="475569"/>
                </a:solidFill>
              </a:defRPr>
            </a:lvl3pPr>
            <a:lvl4pPr algn="ctr">
              <a:defRPr sz="1650" b="1">
                <a:solidFill>
                  <a:srgbClr val="475569"/>
                </a:solidFill>
              </a:defRPr>
            </a:lvl4pPr>
            <a:lvl5pPr algn="ctr">
              <a:defRPr sz="1650" b="1">
                <a:solidFill>
                  <a:srgbClr val="475569"/>
                </a:solidFill>
              </a:defRPr>
            </a:lvl5pPr>
            <a:lvl6pPr algn="ctr">
              <a:defRPr sz="1650" b="1">
                <a:solidFill>
                  <a:srgbClr val="475569"/>
                </a:solidFill>
              </a:defRPr>
            </a:lvl6pPr>
            <a:lvl7pPr algn="ctr">
              <a:defRPr sz="1650" b="1">
                <a:solidFill>
                  <a:srgbClr val="475569"/>
                </a:solidFill>
              </a:defRPr>
            </a:lvl7pPr>
            <a:lvl8pPr algn="ctr">
              <a:defRPr sz="1650" b="1">
                <a:solidFill>
                  <a:srgbClr val="475569"/>
                </a:solidFill>
              </a:defRPr>
            </a:lvl8pPr>
            <a:lvl9pPr algn="ctr">
              <a:defRPr sz="165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6E213-9AEB-47E5-820B-DED847E1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2571750"/>
            <a:ext cx="193929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0E7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5E587-F08C-45E8-BA74-A42E8110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660" y="2781300"/>
            <a:ext cx="167259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F172A"/>
                </a:solidFill>
              </a:defRPr>
            </a:defPPr>
            <a:lvl1pPr algn="ctr">
              <a:defRPr sz="1200" b="1">
                <a:solidFill>
                  <a:srgbClr val="0F172A"/>
                </a:solidFill>
              </a:defRPr>
            </a:lvl1pPr>
            <a:lvl2pPr algn="ctr">
              <a:defRPr sz="1200" b="1">
                <a:solidFill>
                  <a:srgbClr val="0F172A"/>
                </a:solidFill>
              </a:defRPr>
            </a:lvl2pPr>
            <a:lvl3pPr algn="ctr">
              <a:defRPr sz="1200" b="1">
                <a:solidFill>
                  <a:srgbClr val="0F172A"/>
                </a:solidFill>
              </a:defRPr>
            </a:lvl3pPr>
            <a:lvl4pPr algn="ctr">
              <a:defRPr sz="1200" b="1">
                <a:solidFill>
                  <a:srgbClr val="0F172A"/>
                </a:solidFill>
              </a:defRPr>
            </a:lvl4pPr>
            <a:lvl5pPr algn="ctr">
              <a:defRPr sz="1200" b="1">
                <a:solidFill>
                  <a:srgbClr val="0F172A"/>
                </a:solidFill>
              </a:defRPr>
            </a:lvl5pPr>
            <a:lvl6pPr algn="ctr">
              <a:defRPr sz="1200" b="1">
                <a:solidFill>
                  <a:srgbClr val="0F172A"/>
                </a:solidFill>
              </a:defRPr>
            </a:lvl6pPr>
            <a:lvl7pPr algn="ctr">
              <a:defRPr sz="1200" b="1">
                <a:solidFill>
                  <a:srgbClr val="0F172A"/>
                </a:solidFill>
              </a:defRPr>
            </a:lvl7pPr>
            <a:lvl8pPr algn="ctr">
              <a:defRPr sz="1200" b="1">
                <a:solidFill>
                  <a:srgbClr val="0F172A"/>
                </a:solidFill>
              </a:defRPr>
            </a:lvl8pPr>
            <a:lvl9pPr algn="ctr">
              <a:defRPr sz="12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Maintenance advice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A9B08B-BE23-4474-A484-4F1780E4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2362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0E7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B3B2D3-B23A-4C33-9F74-EFF12E1D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Predictive performance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91A0A1-E753-4020-8456-D73FC091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RMSE, MAE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A23228-839F-460C-B973-028DF262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475569"/>
                </a:solidFill>
              </a:defRPr>
            </a:defPPr>
            <a:lvl1pPr algn="l">
              <a:defRPr sz="975" b="0">
                <a:solidFill>
                  <a:srgbClr val="475569"/>
                </a:solidFill>
              </a:defRPr>
            </a:lvl1pPr>
            <a:lvl2pPr algn="l">
              <a:defRPr sz="975" b="0">
                <a:solidFill>
                  <a:srgbClr val="475569"/>
                </a:solidFill>
              </a:defRPr>
            </a:lvl2pPr>
            <a:lvl3pPr algn="l">
              <a:defRPr sz="975" b="0">
                <a:solidFill>
                  <a:srgbClr val="475569"/>
                </a:solidFill>
              </a:defRPr>
            </a:lvl3pPr>
            <a:lvl4pPr algn="l">
              <a:defRPr sz="975" b="0">
                <a:solidFill>
                  <a:srgbClr val="475569"/>
                </a:solidFill>
              </a:defRPr>
            </a:lvl4pPr>
            <a:lvl5pPr algn="l">
              <a:defRPr sz="975" b="0">
                <a:solidFill>
                  <a:srgbClr val="475569"/>
                </a:solidFill>
              </a:defRPr>
            </a:lvl5pPr>
            <a:lvl6pPr algn="l">
              <a:defRPr sz="975" b="0">
                <a:solidFill>
                  <a:srgbClr val="475569"/>
                </a:solidFill>
              </a:defRPr>
            </a:lvl6pPr>
            <a:lvl7pPr algn="l">
              <a:defRPr sz="975" b="0">
                <a:solidFill>
                  <a:srgbClr val="475569"/>
                </a:solidFill>
              </a:defRPr>
            </a:lvl7pPr>
            <a:lvl8pPr algn="l">
              <a:defRPr sz="975" b="0">
                <a:solidFill>
                  <a:srgbClr val="475569"/>
                </a:solidFill>
              </a:defRPr>
            </a:lvl8pPr>
            <a:lvl9pPr algn="l">
              <a:defRPr sz="97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R2 and NASA score also reported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6E4EF7-E9DD-4926-A3E8-5EF0BA23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00500"/>
            <a:ext cx="2362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56E534-5FC7-4F1B-AB85-1C89CCF1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529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Explanation quality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8960C9-DBD6-4469-AB6D-B227FBC2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0055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6 checks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7A6A2F-5FA9-4F09-9A78-54706607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815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475569"/>
                </a:solidFill>
              </a:defRPr>
            </a:defPPr>
            <a:lvl1pPr algn="l">
              <a:defRPr sz="975" b="0">
                <a:solidFill>
                  <a:srgbClr val="475569"/>
                </a:solidFill>
              </a:defRPr>
            </a:lvl1pPr>
            <a:lvl2pPr algn="l">
              <a:defRPr sz="975" b="0">
                <a:solidFill>
                  <a:srgbClr val="475569"/>
                </a:solidFill>
              </a:defRPr>
            </a:lvl2pPr>
            <a:lvl3pPr algn="l">
              <a:defRPr sz="975" b="0">
                <a:solidFill>
                  <a:srgbClr val="475569"/>
                </a:solidFill>
              </a:defRPr>
            </a:lvl3pPr>
            <a:lvl4pPr algn="l">
              <a:defRPr sz="975" b="0">
                <a:solidFill>
                  <a:srgbClr val="475569"/>
                </a:solidFill>
              </a:defRPr>
            </a:lvl4pPr>
            <a:lvl5pPr algn="l">
              <a:defRPr sz="975" b="0">
                <a:solidFill>
                  <a:srgbClr val="475569"/>
                </a:solidFill>
              </a:defRPr>
            </a:lvl5pPr>
            <a:lvl6pPr algn="l">
              <a:defRPr sz="975" b="0">
                <a:solidFill>
                  <a:srgbClr val="475569"/>
                </a:solidFill>
              </a:defRPr>
            </a:lvl6pPr>
            <a:lvl7pPr algn="l">
              <a:defRPr sz="975" b="0">
                <a:solidFill>
                  <a:srgbClr val="475569"/>
                </a:solidFill>
              </a:defRPr>
            </a:lvl7pPr>
            <a:lvl8pPr algn="l">
              <a:defRPr sz="975" b="0">
                <a:solidFill>
                  <a:srgbClr val="475569"/>
                </a:solidFill>
              </a:defRPr>
            </a:lvl8pPr>
            <a:lvl9pPr algn="l">
              <a:defRPr sz="97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Faithfulness, stability, robustness, consistency, sparsity, localization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4870E1-72EB-4B04-865C-52459A81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00500"/>
            <a:ext cx="2362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FB7E4B-2096-4A4E-83C6-B5ABD9D4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529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Trust behavior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0930F2-4CAA-40DE-93C6-36BF2D05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0055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7 checks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399F0D-5601-43DF-A5BD-C5B09861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815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475569"/>
                </a:solidFill>
              </a:defRPr>
            </a:defPPr>
            <a:lvl1pPr algn="l">
              <a:defRPr sz="975" b="0">
                <a:solidFill>
                  <a:srgbClr val="475569"/>
                </a:solidFill>
              </a:defRPr>
            </a:lvl1pPr>
            <a:lvl2pPr algn="l">
              <a:defRPr sz="975" b="0">
                <a:solidFill>
                  <a:srgbClr val="475569"/>
                </a:solidFill>
              </a:defRPr>
            </a:lvl2pPr>
            <a:lvl3pPr algn="l">
              <a:defRPr sz="975" b="0">
                <a:solidFill>
                  <a:srgbClr val="475569"/>
                </a:solidFill>
              </a:defRPr>
            </a:lvl3pPr>
            <a:lvl4pPr algn="l">
              <a:defRPr sz="975" b="0">
                <a:solidFill>
                  <a:srgbClr val="475569"/>
                </a:solidFill>
              </a:defRPr>
            </a:lvl4pPr>
            <a:lvl5pPr algn="l">
              <a:defRPr sz="975" b="0">
                <a:solidFill>
                  <a:srgbClr val="475569"/>
                </a:solidFill>
              </a:defRPr>
            </a:lvl5pPr>
            <a:lvl6pPr algn="l">
              <a:defRPr sz="975" b="0">
                <a:solidFill>
                  <a:srgbClr val="475569"/>
                </a:solidFill>
              </a:defRPr>
            </a:lvl6pPr>
            <a:lvl7pPr algn="l">
              <a:defRPr sz="975" b="0">
                <a:solidFill>
                  <a:srgbClr val="475569"/>
                </a:solidFill>
              </a:defRPr>
            </a:lvl7pPr>
            <a:lvl8pPr algn="l">
              <a:defRPr sz="975" b="0">
                <a:solidFill>
                  <a:srgbClr val="475569"/>
                </a:solidFill>
              </a:defRPr>
            </a:lvl8pPr>
            <a:lvl9pPr algn="l">
              <a:defRPr sz="97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Uncertainty, drift, subgroup gaps, spurious features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9B4778-3FB3-4A72-B401-3705DF97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00500"/>
            <a:ext cx="2362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B35C78-4D6B-4E56-AC3A-B7FEDAE7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529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Decision support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15571A-9E49-46D4-AD98-CE1ECAFF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0055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Advisor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15A17E-5712-4203-9367-48F94C50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815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475569"/>
                </a:solidFill>
              </a:defRPr>
            </a:defPPr>
            <a:lvl1pPr algn="l">
              <a:defRPr sz="975" b="0">
                <a:solidFill>
                  <a:srgbClr val="475569"/>
                </a:solidFill>
              </a:defRPr>
            </a:lvl1pPr>
            <a:lvl2pPr algn="l">
              <a:defRPr sz="975" b="0">
                <a:solidFill>
                  <a:srgbClr val="475569"/>
                </a:solidFill>
              </a:defRPr>
            </a:lvl2pPr>
            <a:lvl3pPr algn="l">
              <a:defRPr sz="975" b="0">
                <a:solidFill>
                  <a:srgbClr val="475569"/>
                </a:solidFill>
              </a:defRPr>
            </a:lvl3pPr>
            <a:lvl4pPr algn="l">
              <a:defRPr sz="975" b="0">
                <a:solidFill>
                  <a:srgbClr val="475569"/>
                </a:solidFill>
              </a:defRPr>
            </a:lvl4pPr>
            <a:lvl5pPr algn="l">
              <a:defRPr sz="975" b="0">
                <a:solidFill>
                  <a:srgbClr val="475569"/>
                </a:solidFill>
              </a:defRPr>
            </a:lvl5pPr>
            <a:lvl6pPr algn="l">
              <a:defRPr sz="975" b="0">
                <a:solidFill>
                  <a:srgbClr val="475569"/>
                </a:solidFill>
              </a:defRPr>
            </a:lvl6pPr>
            <a:lvl7pPr algn="l">
              <a:defRPr sz="975" b="0">
                <a:solidFill>
                  <a:srgbClr val="475569"/>
                </a:solidFill>
              </a:defRPr>
            </a:lvl7pPr>
            <a:lvl8pPr algn="l">
              <a:defRPr sz="975" b="0">
                <a:solidFill>
                  <a:srgbClr val="475569"/>
                </a:solidFill>
              </a:defRPr>
            </a:lvl8pPr>
            <a:lvl9pPr algn="l">
              <a:defRPr sz="97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Risk class, top sensors, confidence, action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056350-7727-4C19-AF3A-F8C9FB31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C-MAPSS XAI Research Foundation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D6CC94-D8BC-4B89-9389-D1D2FB36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4748B"/>
                </a:solidFill>
              </a:defRPr>
            </a:defPPr>
            <a:lvl1pPr algn="r">
              <a:defRPr sz="825" b="0">
                <a:solidFill>
                  <a:srgbClr val="64748B"/>
                </a:solidFill>
              </a:defRPr>
            </a:lvl1pPr>
            <a:lvl2pPr algn="r">
              <a:defRPr sz="825" b="0">
                <a:solidFill>
                  <a:srgbClr val="64748B"/>
                </a:solidFill>
              </a:defRPr>
            </a:lvl2pPr>
            <a:lvl3pPr algn="r">
              <a:defRPr sz="825" b="0">
                <a:solidFill>
                  <a:srgbClr val="64748B"/>
                </a:solidFill>
              </a:defRPr>
            </a:lvl3pPr>
            <a:lvl4pPr algn="r">
              <a:defRPr sz="825" b="0">
                <a:solidFill>
                  <a:srgbClr val="64748B"/>
                </a:solidFill>
              </a:defRPr>
            </a:lvl4pPr>
            <a:lvl5pPr algn="r">
              <a:defRPr sz="825" b="0">
                <a:solidFill>
                  <a:srgbClr val="64748B"/>
                </a:solidFill>
              </a:defRPr>
            </a:lvl5pPr>
            <a:lvl6pPr algn="r">
              <a:defRPr sz="825" b="0">
                <a:solidFill>
                  <a:srgbClr val="64748B"/>
                </a:solidFill>
              </a:defRPr>
            </a:lvl6pPr>
            <a:lvl7pPr algn="r">
              <a:defRPr sz="825" b="0">
                <a:solidFill>
                  <a:srgbClr val="64748B"/>
                </a:solidFill>
              </a:defRPr>
            </a:lvl7pPr>
            <a:lvl8pPr algn="r">
              <a:defRPr sz="825" b="0">
                <a:solidFill>
                  <a:srgbClr val="64748B"/>
                </a:solidFill>
              </a:defRPr>
            </a:lvl8pPr>
            <a:lvl9pPr algn="r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101620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257F94-E54E-4E37-B407-9530BD6A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F766E"/>
                </a:solidFill>
              </a:defRPr>
            </a:defPPr>
            <a:lvl1pPr algn="l">
              <a:defRPr sz="900" b="1">
                <a:solidFill>
                  <a:srgbClr val="0F766E"/>
                </a:solidFill>
              </a:defRPr>
            </a:lvl1pPr>
            <a:lvl2pPr algn="l">
              <a:defRPr sz="900" b="1">
                <a:solidFill>
                  <a:srgbClr val="0F766E"/>
                </a:solidFill>
              </a:defRPr>
            </a:lvl2pPr>
            <a:lvl3pPr algn="l">
              <a:defRPr sz="900" b="1">
                <a:solidFill>
                  <a:srgbClr val="0F766E"/>
                </a:solidFill>
              </a:defRPr>
            </a:lvl3pPr>
            <a:lvl4pPr algn="l">
              <a:defRPr sz="900" b="1">
                <a:solidFill>
                  <a:srgbClr val="0F766E"/>
                </a:solidFill>
              </a:defRPr>
            </a:lvl4pPr>
            <a:lvl5pPr algn="l">
              <a:defRPr sz="900" b="1">
                <a:solidFill>
                  <a:srgbClr val="0F766E"/>
                </a:solidFill>
              </a:defRPr>
            </a:lvl5pPr>
            <a:lvl6pPr algn="l">
              <a:defRPr sz="900" b="1">
                <a:solidFill>
                  <a:srgbClr val="0F766E"/>
                </a:solidFill>
              </a:defRPr>
            </a:lvl6pPr>
            <a:lvl7pPr algn="l">
              <a:defRPr sz="900" b="1">
                <a:solidFill>
                  <a:srgbClr val="0F766E"/>
                </a:solidFill>
              </a:defRPr>
            </a:lvl7pPr>
            <a:lvl8pPr algn="l">
              <a:defRPr sz="900" b="1">
                <a:solidFill>
                  <a:srgbClr val="0F766E"/>
                </a:solidFill>
              </a:defRPr>
            </a:lvl8pPr>
            <a:lvl9pPr algn="l">
              <a:defRPr sz="9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8BA19-BB2D-40AB-8314-2DA28F3A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0F172A"/>
                </a:solidFill>
              </a:defRPr>
            </a:defPPr>
            <a:lvl1pPr algn="l">
              <a:defRPr sz="2850" b="1">
                <a:solidFill>
                  <a:srgbClr val="0F172A"/>
                </a:solidFill>
              </a:defRPr>
            </a:lvl1pPr>
            <a:lvl2pPr algn="l">
              <a:defRPr sz="2850" b="1">
                <a:solidFill>
                  <a:srgbClr val="0F172A"/>
                </a:solidFill>
              </a:defRPr>
            </a:lvl2pPr>
            <a:lvl3pPr algn="l">
              <a:defRPr sz="2850" b="1">
                <a:solidFill>
                  <a:srgbClr val="0F172A"/>
                </a:solidFill>
              </a:defRPr>
            </a:lvl3pPr>
            <a:lvl4pPr algn="l">
              <a:defRPr sz="2850" b="1">
                <a:solidFill>
                  <a:srgbClr val="0F172A"/>
                </a:solidFill>
              </a:defRPr>
            </a:lvl4pPr>
            <a:lvl5pPr algn="l">
              <a:defRPr sz="2850" b="1">
                <a:solidFill>
                  <a:srgbClr val="0F172A"/>
                </a:solidFill>
              </a:defRPr>
            </a:lvl5pPr>
            <a:lvl6pPr algn="l">
              <a:defRPr sz="2850" b="1">
                <a:solidFill>
                  <a:srgbClr val="0F172A"/>
                </a:solidFill>
              </a:defRPr>
            </a:lvl6pPr>
            <a:lvl7pPr algn="l">
              <a:defRPr sz="2850" b="1">
                <a:solidFill>
                  <a:srgbClr val="0F172A"/>
                </a:solidFill>
              </a:defRPr>
            </a:lvl7pPr>
            <a:lvl8pPr algn="l">
              <a:defRPr sz="2850" b="1">
                <a:solidFill>
                  <a:srgbClr val="0F172A"/>
                </a:solidFill>
              </a:defRPr>
            </a:lvl8pPr>
            <a:lvl9pPr algn="l">
              <a:defRPr sz="28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NASA C-MAPSS gives controlled run-to-failure trajectories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8DBC5-17FA-4481-9FE0-2596BC59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</a:defRPr>
            </a:defPPr>
            <a:lvl1pPr algn="l">
              <a:defRPr sz="1350" b="0">
                <a:solidFill>
                  <a:srgbClr val="475569"/>
                </a:solidFill>
              </a:defRPr>
            </a:lvl1pPr>
            <a:lvl2pPr algn="l">
              <a:defRPr sz="1350" b="0">
                <a:solidFill>
                  <a:srgbClr val="475569"/>
                </a:solidFill>
              </a:defRPr>
            </a:lvl2pPr>
            <a:lvl3pPr algn="l">
              <a:defRPr sz="1350" b="0">
                <a:solidFill>
                  <a:srgbClr val="475569"/>
                </a:solidFill>
              </a:defRPr>
            </a:lvl3pPr>
            <a:lvl4pPr algn="l">
              <a:defRPr sz="1350" b="0">
                <a:solidFill>
                  <a:srgbClr val="475569"/>
                </a:solidFill>
              </a:defRPr>
            </a:lvl4pPr>
            <a:lvl5pPr algn="l">
              <a:defRPr sz="1350" b="0">
                <a:solidFill>
                  <a:srgbClr val="475569"/>
                </a:solidFill>
              </a:defRPr>
            </a:lvl5pPr>
            <a:lvl6pPr algn="l">
              <a:defRPr sz="1350" b="0">
                <a:solidFill>
                  <a:srgbClr val="475569"/>
                </a:solidFill>
              </a:defRPr>
            </a:lvl6pPr>
            <a:lvl7pPr algn="l">
              <a:defRPr sz="1350" b="0">
                <a:solidFill>
                  <a:srgbClr val="475569"/>
                </a:solidFill>
              </a:defRPr>
            </a:lvl7pPr>
            <a:lvl8pPr algn="l">
              <a:defRPr sz="1350" b="0">
                <a:solidFill>
                  <a:srgbClr val="475569"/>
                </a:solidFill>
              </a:defRPr>
            </a:lvl8pPr>
            <a:lvl9pPr algn="l">
              <a:defRPr sz="13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Each row contains unit id, cycle, three operating settings, and 21 sensors.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70EFB-3B17-4725-B64D-A2032A2F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475569"/>
                </a:solidFill>
              </a:defRPr>
            </a:defPPr>
            <a:lvl1pPr algn="l">
              <a:defRPr sz="975" b="1">
                <a:solidFill>
                  <a:srgbClr val="475569"/>
                </a:solidFill>
              </a:defRPr>
            </a:lvl1pPr>
            <a:lvl2pPr algn="l">
              <a:defRPr sz="975" b="1">
                <a:solidFill>
                  <a:srgbClr val="475569"/>
                </a:solidFill>
              </a:defRPr>
            </a:lvl2pPr>
            <a:lvl3pPr algn="l">
              <a:defRPr sz="975" b="1">
                <a:solidFill>
                  <a:srgbClr val="475569"/>
                </a:solidFill>
              </a:defRPr>
            </a:lvl3pPr>
            <a:lvl4pPr algn="l">
              <a:defRPr sz="975" b="1">
                <a:solidFill>
                  <a:srgbClr val="475569"/>
                </a:solidFill>
              </a:defRPr>
            </a:lvl4pPr>
            <a:lvl5pPr algn="l">
              <a:defRPr sz="975" b="1">
                <a:solidFill>
                  <a:srgbClr val="475569"/>
                </a:solidFill>
              </a:defRPr>
            </a:lvl5pPr>
            <a:lvl6pPr algn="l">
              <a:defRPr sz="975" b="1">
                <a:solidFill>
                  <a:srgbClr val="475569"/>
                </a:solidFill>
              </a:defRPr>
            </a:lvl6pPr>
            <a:lvl7pPr algn="l">
              <a:defRPr sz="975" b="1">
                <a:solidFill>
                  <a:srgbClr val="475569"/>
                </a:solidFill>
              </a:defRPr>
            </a:lvl7pPr>
            <a:lvl8pPr algn="l">
              <a:defRPr sz="975" b="1">
                <a:solidFill>
                  <a:srgbClr val="475569"/>
                </a:solidFill>
              </a:defRPr>
            </a:lvl8pPr>
            <a:lvl9pPr algn="l">
              <a:defRPr sz="975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Subset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BA2A9-9EAD-4726-B54D-85B7B57A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051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475569"/>
                </a:solidFill>
              </a:defRPr>
            </a:defPPr>
            <a:lvl1pPr algn="l">
              <a:defRPr sz="975" b="1">
                <a:solidFill>
                  <a:srgbClr val="475569"/>
                </a:solidFill>
              </a:defRPr>
            </a:lvl1pPr>
            <a:lvl2pPr algn="l">
              <a:defRPr sz="975" b="1">
                <a:solidFill>
                  <a:srgbClr val="475569"/>
                </a:solidFill>
              </a:defRPr>
            </a:lvl2pPr>
            <a:lvl3pPr algn="l">
              <a:defRPr sz="975" b="1">
                <a:solidFill>
                  <a:srgbClr val="475569"/>
                </a:solidFill>
              </a:defRPr>
            </a:lvl3pPr>
            <a:lvl4pPr algn="l">
              <a:defRPr sz="975" b="1">
                <a:solidFill>
                  <a:srgbClr val="475569"/>
                </a:solidFill>
              </a:defRPr>
            </a:lvl4pPr>
            <a:lvl5pPr algn="l">
              <a:defRPr sz="975" b="1">
                <a:solidFill>
                  <a:srgbClr val="475569"/>
                </a:solidFill>
              </a:defRPr>
            </a:lvl5pPr>
            <a:lvl6pPr algn="l">
              <a:defRPr sz="975" b="1">
                <a:solidFill>
                  <a:srgbClr val="475569"/>
                </a:solidFill>
              </a:defRPr>
            </a:lvl6pPr>
            <a:lvl7pPr algn="l">
              <a:defRPr sz="975" b="1">
                <a:solidFill>
                  <a:srgbClr val="475569"/>
                </a:solidFill>
              </a:defRPr>
            </a:lvl7pPr>
            <a:lvl8pPr algn="l">
              <a:defRPr sz="975" b="1">
                <a:solidFill>
                  <a:srgbClr val="475569"/>
                </a:solidFill>
              </a:defRPr>
            </a:lvl8pPr>
            <a:lvl9pPr algn="l">
              <a:defRPr sz="975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Train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6BC37-4B0C-41FA-8C50-1F5AE0D9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051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475569"/>
                </a:solidFill>
              </a:defRPr>
            </a:defPPr>
            <a:lvl1pPr algn="l">
              <a:defRPr sz="975" b="1">
                <a:solidFill>
                  <a:srgbClr val="475569"/>
                </a:solidFill>
              </a:defRPr>
            </a:lvl1pPr>
            <a:lvl2pPr algn="l">
              <a:defRPr sz="975" b="1">
                <a:solidFill>
                  <a:srgbClr val="475569"/>
                </a:solidFill>
              </a:defRPr>
            </a:lvl2pPr>
            <a:lvl3pPr algn="l">
              <a:defRPr sz="975" b="1">
                <a:solidFill>
                  <a:srgbClr val="475569"/>
                </a:solidFill>
              </a:defRPr>
            </a:lvl3pPr>
            <a:lvl4pPr algn="l">
              <a:defRPr sz="975" b="1">
                <a:solidFill>
                  <a:srgbClr val="475569"/>
                </a:solidFill>
              </a:defRPr>
            </a:lvl4pPr>
            <a:lvl5pPr algn="l">
              <a:defRPr sz="975" b="1">
                <a:solidFill>
                  <a:srgbClr val="475569"/>
                </a:solidFill>
              </a:defRPr>
            </a:lvl5pPr>
            <a:lvl6pPr algn="l">
              <a:defRPr sz="975" b="1">
                <a:solidFill>
                  <a:srgbClr val="475569"/>
                </a:solidFill>
              </a:defRPr>
            </a:lvl6pPr>
            <a:lvl7pPr algn="l">
              <a:defRPr sz="975" b="1">
                <a:solidFill>
                  <a:srgbClr val="475569"/>
                </a:solidFill>
              </a:defRPr>
            </a:lvl7pPr>
            <a:lvl8pPr algn="l">
              <a:defRPr sz="975" b="1">
                <a:solidFill>
                  <a:srgbClr val="475569"/>
                </a:solidFill>
              </a:defRPr>
            </a:lvl8pPr>
            <a:lvl9pPr algn="l">
              <a:defRPr sz="975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F29B8-04BF-40E0-88B3-C0780699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051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475569"/>
                </a:solidFill>
              </a:defRPr>
            </a:defPPr>
            <a:lvl1pPr algn="l">
              <a:defRPr sz="975" b="1">
                <a:solidFill>
                  <a:srgbClr val="475569"/>
                </a:solidFill>
              </a:defRPr>
            </a:lvl1pPr>
            <a:lvl2pPr algn="l">
              <a:defRPr sz="975" b="1">
                <a:solidFill>
                  <a:srgbClr val="475569"/>
                </a:solidFill>
              </a:defRPr>
            </a:lvl2pPr>
            <a:lvl3pPr algn="l">
              <a:defRPr sz="975" b="1">
                <a:solidFill>
                  <a:srgbClr val="475569"/>
                </a:solidFill>
              </a:defRPr>
            </a:lvl3pPr>
            <a:lvl4pPr algn="l">
              <a:defRPr sz="975" b="1">
                <a:solidFill>
                  <a:srgbClr val="475569"/>
                </a:solidFill>
              </a:defRPr>
            </a:lvl4pPr>
            <a:lvl5pPr algn="l">
              <a:defRPr sz="975" b="1">
                <a:solidFill>
                  <a:srgbClr val="475569"/>
                </a:solidFill>
              </a:defRPr>
            </a:lvl5pPr>
            <a:lvl6pPr algn="l">
              <a:defRPr sz="975" b="1">
                <a:solidFill>
                  <a:srgbClr val="475569"/>
                </a:solidFill>
              </a:defRPr>
            </a:lvl6pPr>
            <a:lvl7pPr algn="l">
              <a:defRPr sz="975" b="1">
                <a:solidFill>
                  <a:srgbClr val="475569"/>
                </a:solidFill>
              </a:defRPr>
            </a:lvl7pPr>
            <a:lvl8pPr algn="l">
              <a:defRPr sz="975" b="1">
                <a:solidFill>
                  <a:srgbClr val="475569"/>
                </a:solidFill>
              </a:defRPr>
            </a:lvl8pPr>
            <a:lvl9pPr algn="l">
              <a:defRPr sz="975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Conditions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0C7F5-9AA4-4A62-80F7-A5378E72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051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475569"/>
                </a:solidFill>
              </a:defRPr>
            </a:defPPr>
            <a:lvl1pPr algn="l">
              <a:defRPr sz="975" b="1">
                <a:solidFill>
                  <a:srgbClr val="475569"/>
                </a:solidFill>
              </a:defRPr>
            </a:lvl1pPr>
            <a:lvl2pPr algn="l">
              <a:defRPr sz="975" b="1">
                <a:solidFill>
                  <a:srgbClr val="475569"/>
                </a:solidFill>
              </a:defRPr>
            </a:lvl2pPr>
            <a:lvl3pPr algn="l">
              <a:defRPr sz="975" b="1">
                <a:solidFill>
                  <a:srgbClr val="475569"/>
                </a:solidFill>
              </a:defRPr>
            </a:lvl3pPr>
            <a:lvl4pPr algn="l">
              <a:defRPr sz="975" b="1">
                <a:solidFill>
                  <a:srgbClr val="475569"/>
                </a:solidFill>
              </a:defRPr>
            </a:lvl4pPr>
            <a:lvl5pPr algn="l">
              <a:defRPr sz="975" b="1">
                <a:solidFill>
                  <a:srgbClr val="475569"/>
                </a:solidFill>
              </a:defRPr>
            </a:lvl5pPr>
            <a:lvl6pPr algn="l">
              <a:defRPr sz="975" b="1">
                <a:solidFill>
                  <a:srgbClr val="475569"/>
                </a:solidFill>
              </a:defRPr>
            </a:lvl6pPr>
            <a:lvl7pPr algn="l">
              <a:defRPr sz="975" b="1">
                <a:solidFill>
                  <a:srgbClr val="475569"/>
                </a:solidFill>
              </a:defRPr>
            </a:lvl7pPr>
            <a:lvl8pPr algn="l">
              <a:defRPr sz="975" b="1">
                <a:solidFill>
                  <a:srgbClr val="475569"/>
                </a:solidFill>
              </a:defRPr>
            </a:lvl8pPr>
            <a:lvl9pPr algn="l">
              <a:defRPr sz="975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Faults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3CF33-0E1B-44A2-8786-97B13C1C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2275"/>
            <a:ext cx="512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72A51-2C5B-40D9-BE5F-143C1EB8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0F766E"/>
                </a:solidFill>
              </a:defRPr>
            </a:defPPr>
            <a:lvl1pPr algn="l">
              <a:defRPr sz="1050" b="1">
                <a:solidFill>
                  <a:srgbClr val="0F766E"/>
                </a:solidFill>
              </a:defRPr>
            </a:lvl1pPr>
            <a:lvl2pPr algn="l">
              <a:defRPr sz="1050" b="1">
                <a:solidFill>
                  <a:srgbClr val="0F766E"/>
                </a:solidFill>
              </a:defRPr>
            </a:lvl2pPr>
            <a:lvl3pPr algn="l">
              <a:defRPr sz="1050" b="1">
                <a:solidFill>
                  <a:srgbClr val="0F766E"/>
                </a:solidFill>
              </a:defRPr>
            </a:lvl3pPr>
            <a:lvl4pPr algn="l">
              <a:defRPr sz="1050" b="1">
                <a:solidFill>
                  <a:srgbClr val="0F766E"/>
                </a:solidFill>
              </a:defRPr>
            </a:lvl4pPr>
            <a:lvl5pPr algn="l">
              <a:defRPr sz="1050" b="1">
                <a:solidFill>
                  <a:srgbClr val="0F766E"/>
                </a:solidFill>
              </a:defRPr>
            </a:lvl5pPr>
            <a:lvl6pPr algn="l">
              <a:defRPr sz="1050" b="1">
                <a:solidFill>
                  <a:srgbClr val="0F766E"/>
                </a:solidFill>
              </a:defRPr>
            </a:lvl6pPr>
            <a:lvl7pPr algn="l">
              <a:defRPr sz="1050" b="1">
                <a:solidFill>
                  <a:srgbClr val="0F766E"/>
                </a:solidFill>
              </a:defRPr>
            </a:lvl7pPr>
            <a:lvl8pPr algn="l">
              <a:defRPr sz="1050" b="1">
                <a:solidFill>
                  <a:srgbClr val="0F766E"/>
                </a:solidFill>
              </a:defRPr>
            </a:lvl8pPr>
            <a:lvl9pPr algn="l">
              <a:defRPr sz="10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FD001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5862D-1308-4862-B774-3E751010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575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0F172A"/>
                </a:solidFill>
              </a:defRPr>
            </a:defPPr>
            <a:lvl1pPr algn="l">
              <a:defRPr sz="1050" b="0">
                <a:solidFill>
                  <a:srgbClr val="0F172A"/>
                </a:solidFill>
              </a:defRPr>
            </a:lvl1pPr>
            <a:lvl2pPr algn="l">
              <a:defRPr sz="1050" b="0">
                <a:solidFill>
                  <a:srgbClr val="0F172A"/>
                </a:solidFill>
              </a:defRPr>
            </a:lvl2pPr>
            <a:lvl3pPr algn="l">
              <a:defRPr sz="1050" b="0">
                <a:solidFill>
                  <a:srgbClr val="0F172A"/>
                </a:solidFill>
              </a:defRPr>
            </a:lvl3pPr>
            <a:lvl4pPr algn="l">
              <a:defRPr sz="1050" b="0">
                <a:solidFill>
                  <a:srgbClr val="0F172A"/>
                </a:solidFill>
              </a:defRPr>
            </a:lvl4pPr>
            <a:lvl5pPr algn="l">
              <a:defRPr sz="1050" b="0">
                <a:solidFill>
                  <a:srgbClr val="0F172A"/>
                </a:solidFill>
              </a:defRPr>
            </a:lvl5pPr>
            <a:lvl6pPr algn="l">
              <a:defRPr sz="1050" b="0">
                <a:solidFill>
                  <a:srgbClr val="0F172A"/>
                </a:solidFill>
              </a:defRPr>
            </a:lvl6pPr>
            <a:lvl7pPr algn="l">
              <a:defRPr sz="1050" b="0">
                <a:solidFill>
                  <a:srgbClr val="0F172A"/>
                </a:solidFill>
              </a:defRPr>
            </a:lvl7pPr>
            <a:lvl8pPr algn="l">
              <a:defRPr sz="1050" b="0">
                <a:solidFill>
                  <a:srgbClr val="0F172A"/>
                </a:solidFill>
              </a:defRPr>
            </a:lvl8pPr>
            <a:lvl9pPr algn="l">
              <a:defRPr sz="105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450FF-57A9-4FEB-8F37-B1C9095A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575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0F172A"/>
                </a:solidFill>
              </a:defRPr>
            </a:defPPr>
            <a:lvl1pPr algn="l">
              <a:defRPr sz="1050" b="0">
                <a:solidFill>
                  <a:srgbClr val="0F172A"/>
                </a:solidFill>
              </a:defRPr>
            </a:lvl1pPr>
            <a:lvl2pPr algn="l">
              <a:defRPr sz="1050" b="0">
                <a:solidFill>
                  <a:srgbClr val="0F172A"/>
                </a:solidFill>
              </a:defRPr>
            </a:lvl2pPr>
            <a:lvl3pPr algn="l">
              <a:defRPr sz="1050" b="0">
                <a:solidFill>
                  <a:srgbClr val="0F172A"/>
                </a:solidFill>
              </a:defRPr>
            </a:lvl3pPr>
            <a:lvl4pPr algn="l">
              <a:defRPr sz="1050" b="0">
                <a:solidFill>
                  <a:srgbClr val="0F172A"/>
                </a:solidFill>
              </a:defRPr>
            </a:lvl4pPr>
            <a:lvl5pPr algn="l">
              <a:defRPr sz="1050" b="0">
                <a:solidFill>
                  <a:srgbClr val="0F172A"/>
                </a:solidFill>
              </a:defRPr>
            </a:lvl5pPr>
            <a:lvl6pPr algn="l">
              <a:defRPr sz="1050" b="0">
                <a:solidFill>
                  <a:srgbClr val="0F172A"/>
                </a:solidFill>
              </a:defRPr>
            </a:lvl6pPr>
            <a:lvl7pPr algn="l">
              <a:defRPr sz="1050" b="0">
                <a:solidFill>
                  <a:srgbClr val="0F172A"/>
                </a:solidFill>
              </a:defRPr>
            </a:lvl7pPr>
            <a:lvl8pPr algn="l">
              <a:defRPr sz="1050" b="0">
                <a:solidFill>
                  <a:srgbClr val="0F172A"/>
                </a:solidFill>
              </a:defRPr>
            </a:lvl8pPr>
            <a:lvl9pPr algn="l">
              <a:defRPr sz="105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100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9E76B-01F2-4C73-96B1-2EFBC055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57525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0F172A"/>
                </a:solidFill>
              </a:defRPr>
            </a:defPPr>
            <a:lvl1pPr algn="l">
              <a:defRPr sz="1050" b="0">
                <a:solidFill>
                  <a:srgbClr val="0F172A"/>
                </a:solidFill>
              </a:defRPr>
            </a:lvl1pPr>
            <a:lvl2pPr algn="l">
              <a:defRPr sz="1050" b="0">
                <a:solidFill>
                  <a:srgbClr val="0F172A"/>
                </a:solidFill>
              </a:defRPr>
            </a:lvl2pPr>
            <a:lvl3pPr algn="l">
              <a:defRPr sz="1050" b="0">
                <a:solidFill>
                  <a:srgbClr val="0F172A"/>
                </a:solidFill>
              </a:defRPr>
            </a:lvl3pPr>
            <a:lvl4pPr algn="l">
              <a:defRPr sz="1050" b="0">
                <a:solidFill>
                  <a:srgbClr val="0F172A"/>
                </a:solidFill>
              </a:defRPr>
            </a:lvl4pPr>
            <a:lvl5pPr algn="l">
              <a:defRPr sz="1050" b="0">
                <a:solidFill>
                  <a:srgbClr val="0F172A"/>
                </a:solidFill>
              </a:defRPr>
            </a:lvl5pPr>
            <a:lvl6pPr algn="l">
              <a:defRPr sz="1050" b="0">
                <a:solidFill>
                  <a:srgbClr val="0F172A"/>
                </a:solidFill>
              </a:defRPr>
            </a:lvl6pPr>
            <a:lvl7pPr algn="l">
              <a:defRPr sz="1050" b="0">
                <a:solidFill>
                  <a:srgbClr val="0F172A"/>
                </a:solidFill>
              </a:defRPr>
            </a:lvl7pPr>
            <a:lvl8pPr algn="l">
              <a:defRPr sz="1050" b="0">
                <a:solidFill>
                  <a:srgbClr val="0F172A"/>
                </a:solidFill>
              </a:defRPr>
            </a:lvl8pPr>
            <a:lvl9pPr algn="l">
              <a:defRPr sz="105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8DD7EA-6911-4E59-8349-70FE2F5C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575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0F172A"/>
                </a:solidFill>
              </a:defRPr>
            </a:defPPr>
            <a:lvl1pPr algn="l">
              <a:defRPr sz="1050" b="0">
                <a:solidFill>
                  <a:srgbClr val="0F172A"/>
                </a:solidFill>
              </a:defRPr>
            </a:lvl1pPr>
            <a:lvl2pPr algn="l">
              <a:defRPr sz="1050" b="0">
                <a:solidFill>
                  <a:srgbClr val="0F172A"/>
                </a:solidFill>
              </a:defRPr>
            </a:lvl2pPr>
            <a:lvl3pPr algn="l">
              <a:defRPr sz="1050" b="0">
                <a:solidFill>
                  <a:srgbClr val="0F172A"/>
                </a:solidFill>
              </a:defRPr>
            </a:lvl3pPr>
            <a:lvl4pPr algn="l">
              <a:defRPr sz="1050" b="0">
                <a:solidFill>
                  <a:srgbClr val="0F172A"/>
                </a:solidFill>
              </a:defRPr>
            </a:lvl4pPr>
            <a:lvl5pPr algn="l">
              <a:defRPr sz="1050" b="0">
                <a:solidFill>
                  <a:srgbClr val="0F172A"/>
                </a:solidFill>
              </a:defRPr>
            </a:lvl5pPr>
            <a:lvl6pPr algn="l">
              <a:defRPr sz="1050" b="0">
                <a:solidFill>
                  <a:srgbClr val="0F172A"/>
                </a:solidFill>
              </a:defRPr>
            </a:lvl6pPr>
            <a:lvl7pPr algn="l">
              <a:defRPr sz="1050" b="0">
                <a:solidFill>
                  <a:srgbClr val="0F172A"/>
                </a:solidFill>
              </a:defRPr>
            </a:lvl7pPr>
            <a:lvl8pPr algn="l">
              <a:defRPr sz="1050" b="0">
                <a:solidFill>
                  <a:srgbClr val="0F172A"/>
                </a:solidFill>
              </a:defRPr>
            </a:lvl8pPr>
            <a:lvl9pPr algn="l">
              <a:defRPr sz="105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54F834-4552-48FF-ACC3-16794C01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0425"/>
            <a:ext cx="512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03ACCE-BCAD-4887-8903-7A6DF251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0F766E"/>
                </a:solidFill>
              </a:defRPr>
            </a:defPPr>
            <a:lvl1pPr algn="l">
              <a:defRPr sz="1050" b="1">
                <a:solidFill>
                  <a:srgbClr val="0F766E"/>
                </a:solidFill>
              </a:defRPr>
            </a:lvl1pPr>
            <a:lvl2pPr algn="l">
              <a:defRPr sz="1050" b="1">
                <a:solidFill>
                  <a:srgbClr val="0F766E"/>
                </a:solidFill>
              </a:defRPr>
            </a:lvl2pPr>
            <a:lvl3pPr algn="l">
              <a:defRPr sz="1050" b="1">
                <a:solidFill>
                  <a:srgbClr val="0F766E"/>
                </a:solidFill>
              </a:defRPr>
            </a:lvl3pPr>
            <a:lvl4pPr algn="l">
              <a:defRPr sz="1050" b="1">
                <a:solidFill>
                  <a:srgbClr val="0F766E"/>
                </a:solidFill>
              </a:defRPr>
            </a:lvl4pPr>
            <a:lvl5pPr algn="l">
              <a:defRPr sz="1050" b="1">
                <a:solidFill>
                  <a:srgbClr val="0F766E"/>
                </a:solidFill>
              </a:defRPr>
            </a:lvl5pPr>
            <a:lvl6pPr algn="l">
              <a:defRPr sz="1050" b="1">
                <a:solidFill>
                  <a:srgbClr val="0F766E"/>
                </a:solidFill>
              </a:defRPr>
            </a:lvl6pPr>
            <a:lvl7pPr algn="l">
              <a:defRPr sz="1050" b="1">
                <a:solidFill>
                  <a:srgbClr val="0F766E"/>
                </a:solidFill>
              </a:defRPr>
            </a:lvl7pPr>
            <a:lvl8pPr algn="l">
              <a:defRPr sz="1050" b="1">
                <a:solidFill>
                  <a:srgbClr val="0F766E"/>
                </a:solidFill>
              </a:defRPr>
            </a:lvl8pPr>
            <a:lvl9pPr algn="l">
              <a:defRPr sz="10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FD002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58D313-73F3-4FF0-9C79-0C50A220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956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0F172A"/>
                </a:solidFill>
              </a:defRPr>
            </a:defPPr>
            <a:lvl1pPr algn="l">
              <a:defRPr sz="1050" b="0">
                <a:solidFill>
                  <a:srgbClr val="0F172A"/>
                </a:solidFill>
              </a:defRPr>
            </a:lvl1pPr>
            <a:lvl2pPr algn="l">
              <a:defRPr sz="1050" b="0">
                <a:solidFill>
                  <a:srgbClr val="0F172A"/>
                </a:solidFill>
              </a:defRPr>
            </a:lvl2pPr>
            <a:lvl3pPr algn="l">
              <a:defRPr sz="1050" b="0">
                <a:solidFill>
                  <a:srgbClr val="0F172A"/>
                </a:solidFill>
              </a:defRPr>
            </a:lvl3pPr>
            <a:lvl4pPr algn="l">
              <a:defRPr sz="1050" b="0">
                <a:solidFill>
                  <a:srgbClr val="0F172A"/>
                </a:solidFill>
              </a:defRPr>
            </a:lvl4pPr>
            <a:lvl5pPr algn="l">
              <a:defRPr sz="1050" b="0">
                <a:solidFill>
                  <a:srgbClr val="0F172A"/>
                </a:solidFill>
              </a:defRPr>
            </a:lvl5pPr>
            <a:lvl6pPr algn="l">
              <a:defRPr sz="1050" b="0">
                <a:solidFill>
                  <a:srgbClr val="0F172A"/>
                </a:solidFill>
              </a:defRPr>
            </a:lvl6pPr>
            <a:lvl7pPr algn="l">
              <a:defRPr sz="1050" b="0">
                <a:solidFill>
                  <a:srgbClr val="0F172A"/>
                </a:solidFill>
              </a:defRPr>
            </a:lvl7pPr>
            <a:lvl8pPr algn="l">
              <a:defRPr sz="1050" b="0">
                <a:solidFill>
                  <a:srgbClr val="0F172A"/>
                </a:solidFill>
              </a:defRPr>
            </a:lvl8pPr>
            <a:lvl9pPr algn="l">
              <a:defRPr sz="105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260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A0D04A-5A0C-4227-9317-AECF58C0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956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0F172A"/>
                </a:solidFill>
              </a:defRPr>
            </a:defPPr>
            <a:lvl1pPr algn="l">
              <a:defRPr sz="1050" b="0">
                <a:solidFill>
                  <a:srgbClr val="0F172A"/>
                </a:solidFill>
              </a:defRPr>
            </a:lvl1pPr>
            <a:lvl2pPr algn="l">
              <a:defRPr sz="1050" b="0">
                <a:solidFill>
                  <a:srgbClr val="0F172A"/>
                </a:solidFill>
              </a:defRPr>
            </a:lvl2pPr>
            <a:lvl3pPr algn="l">
              <a:defRPr sz="1050" b="0">
                <a:solidFill>
                  <a:srgbClr val="0F172A"/>
                </a:solidFill>
              </a:defRPr>
            </a:lvl3pPr>
            <a:lvl4pPr algn="l">
              <a:defRPr sz="1050" b="0">
                <a:solidFill>
                  <a:srgbClr val="0F172A"/>
                </a:solidFill>
              </a:defRPr>
            </a:lvl4pPr>
            <a:lvl5pPr algn="l">
              <a:defRPr sz="1050" b="0">
                <a:solidFill>
                  <a:srgbClr val="0F172A"/>
                </a:solidFill>
              </a:defRPr>
            </a:lvl5pPr>
            <a:lvl6pPr algn="l">
              <a:defRPr sz="1050" b="0">
                <a:solidFill>
                  <a:srgbClr val="0F172A"/>
                </a:solidFill>
              </a:defRPr>
            </a:lvl6pPr>
            <a:lvl7pPr algn="l">
              <a:defRPr sz="1050" b="0">
                <a:solidFill>
                  <a:srgbClr val="0F172A"/>
                </a:solidFill>
              </a:defRPr>
            </a:lvl7pPr>
            <a:lvl8pPr algn="l">
              <a:defRPr sz="1050" b="0">
                <a:solidFill>
                  <a:srgbClr val="0F172A"/>
                </a:solidFill>
              </a:defRPr>
            </a:lvl8pPr>
            <a:lvl9pPr algn="l">
              <a:defRPr sz="105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259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B6E1B8-BBA0-4475-9F4F-4B0BD8F3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95675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0F172A"/>
                </a:solidFill>
              </a:defRPr>
            </a:defPPr>
            <a:lvl1pPr algn="l">
              <a:defRPr sz="1050" b="0">
                <a:solidFill>
                  <a:srgbClr val="0F172A"/>
                </a:solidFill>
              </a:defRPr>
            </a:lvl1pPr>
            <a:lvl2pPr algn="l">
              <a:defRPr sz="1050" b="0">
                <a:solidFill>
                  <a:srgbClr val="0F172A"/>
                </a:solidFill>
              </a:defRPr>
            </a:lvl2pPr>
            <a:lvl3pPr algn="l">
              <a:defRPr sz="1050" b="0">
                <a:solidFill>
                  <a:srgbClr val="0F172A"/>
                </a:solidFill>
              </a:defRPr>
            </a:lvl3pPr>
            <a:lvl4pPr algn="l">
              <a:defRPr sz="1050" b="0">
                <a:solidFill>
                  <a:srgbClr val="0F172A"/>
                </a:solidFill>
              </a:defRPr>
            </a:lvl4pPr>
            <a:lvl5pPr algn="l">
              <a:defRPr sz="1050" b="0">
                <a:solidFill>
                  <a:srgbClr val="0F172A"/>
                </a:solidFill>
              </a:defRPr>
            </a:lvl5pPr>
            <a:lvl6pPr algn="l">
              <a:defRPr sz="1050" b="0">
                <a:solidFill>
                  <a:srgbClr val="0F172A"/>
                </a:solidFill>
              </a:defRPr>
            </a:lvl6pPr>
            <a:lvl7pPr algn="l">
              <a:defRPr sz="1050" b="0">
                <a:solidFill>
                  <a:srgbClr val="0F172A"/>
                </a:solidFill>
              </a:defRPr>
            </a:lvl7pPr>
            <a:lvl8pPr algn="l">
              <a:defRPr sz="1050" b="0">
                <a:solidFill>
                  <a:srgbClr val="0F172A"/>
                </a:solidFill>
              </a:defRPr>
            </a:lvl8pPr>
            <a:lvl9pPr algn="l">
              <a:defRPr sz="105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A27A58-DF26-41DF-B67E-5A39EC85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956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0F172A"/>
                </a:solidFill>
              </a:defRPr>
            </a:defPPr>
            <a:lvl1pPr algn="l">
              <a:defRPr sz="1050" b="0">
                <a:solidFill>
                  <a:srgbClr val="0F172A"/>
                </a:solidFill>
              </a:defRPr>
            </a:lvl1pPr>
            <a:lvl2pPr algn="l">
              <a:defRPr sz="1050" b="0">
                <a:solidFill>
                  <a:srgbClr val="0F172A"/>
                </a:solidFill>
              </a:defRPr>
            </a:lvl2pPr>
            <a:lvl3pPr algn="l">
              <a:defRPr sz="1050" b="0">
                <a:solidFill>
                  <a:srgbClr val="0F172A"/>
                </a:solidFill>
              </a:defRPr>
            </a:lvl3pPr>
            <a:lvl4pPr algn="l">
              <a:defRPr sz="1050" b="0">
                <a:solidFill>
                  <a:srgbClr val="0F172A"/>
                </a:solidFill>
              </a:defRPr>
            </a:lvl4pPr>
            <a:lvl5pPr algn="l">
              <a:defRPr sz="1050" b="0">
                <a:solidFill>
                  <a:srgbClr val="0F172A"/>
                </a:solidFill>
              </a:defRPr>
            </a:lvl5pPr>
            <a:lvl6pPr algn="l">
              <a:defRPr sz="1050" b="0">
                <a:solidFill>
                  <a:srgbClr val="0F172A"/>
                </a:solidFill>
              </a:defRPr>
            </a:lvl6pPr>
            <a:lvl7pPr algn="l">
              <a:defRPr sz="1050" b="0">
                <a:solidFill>
                  <a:srgbClr val="0F172A"/>
                </a:solidFill>
              </a:defRPr>
            </a:lvl7pPr>
            <a:lvl8pPr algn="l">
              <a:defRPr sz="1050" b="0">
                <a:solidFill>
                  <a:srgbClr val="0F172A"/>
                </a:solidFill>
              </a:defRPr>
            </a:lvl8pPr>
            <a:lvl9pPr algn="l">
              <a:defRPr sz="105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B2C6BD-BBD6-47A2-B2E1-EEBB47E4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512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C8B098-0BE6-4E5D-8283-BD474DC3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0F766E"/>
                </a:solidFill>
              </a:defRPr>
            </a:defPPr>
            <a:lvl1pPr algn="l">
              <a:defRPr sz="1050" b="1">
                <a:solidFill>
                  <a:srgbClr val="0F766E"/>
                </a:solidFill>
              </a:defRPr>
            </a:lvl1pPr>
            <a:lvl2pPr algn="l">
              <a:defRPr sz="1050" b="1">
                <a:solidFill>
                  <a:srgbClr val="0F766E"/>
                </a:solidFill>
              </a:defRPr>
            </a:lvl2pPr>
            <a:lvl3pPr algn="l">
              <a:defRPr sz="1050" b="1">
                <a:solidFill>
                  <a:srgbClr val="0F766E"/>
                </a:solidFill>
              </a:defRPr>
            </a:lvl3pPr>
            <a:lvl4pPr algn="l">
              <a:defRPr sz="1050" b="1">
                <a:solidFill>
                  <a:srgbClr val="0F766E"/>
                </a:solidFill>
              </a:defRPr>
            </a:lvl4pPr>
            <a:lvl5pPr algn="l">
              <a:defRPr sz="1050" b="1">
                <a:solidFill>
                  <a:srgbClr val="0F766E"/>
                </a:solidFill>
              </a:defRPr>
            </a:lvl5pPr>
            <a:lvl6pPr algn="l">
              <a:defRPr sz="1050" b="1">
                <a:solidFill>
                  <a:srgbClr val="0F766E"/>
                </a:solidFill>
              </a:defRPr>
            </a:lvl6pPr>
            <a:lvl7pPr algn="l">
              <a:defRPr sz="1050" b="1">
                <a:solidFill>
                  <a:srgbClr val="0F766E"/>
                </a:solidFill>
              </a:defRPr>
            </a:lvl7pPr>
            <a:lvl8pPr algn="l">
              <a:defRPr sz="1050" b="1">
                <a:solidFill>
                  <a:srgbClr val="0F766E"/>
                </a:solidFill>
              </a:defRPr>
            </a:lvl8pPr>
            <a:lvl9pPr algn="l">
              <a:defRPr sz="10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FD003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C2E53E-ACD7-49FC-B844-EB6D120B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338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0F172A"/>
                </a:solidFill>
              </a:defRPr>
            </a:defPPr>
            <a:lvl1pPr algn="l">
              <a:defRPr sz="1050" b="0">
                <a:solidFill>
                  <a:srgbClr val="0F172A"/>
                </a:solidFill>
              </a:defRPr>
            </a:lvl1pPr>
            <a:lvl2pPr algn="l">
              <a:defRPr sz="1050" b="0">
                <a:solidFill>
                  <a:srgbClr val="0F172A"/>
                </a:solidFill>
              </a:defRPr>
            </a:lvl2pPr>
            <a:lvl3pPr algn="l">
              <a:defRPr sz="1050" b="0">
                <a:solidFill>
                  <a:srgbClr val="0F172A"/>
                </a:solidFill>
              </a:defRPr>
            </a:lvl3pPr>
            <a:lvl4pPr algn="l">
              <a:defRPr sz="1050" b="0">
                <a:solidFill>
                  <a:srgbClr val="0F172A"/>
                </a:solidFill>
              </a:defRPr>
            </a:lvl4pPr>
            <a:lvl5pPr algn="l">
              <a:defRPr sz="1050" b="0">
                <a:solidFill>
                  <a:srgbClr val="0F172A"/>
                </a:solidFill>
              </a:defRPr>
            </a:lvl5pPr>
            <a:lvl6pPr algn="l">
              <a:defRPr sz="1050" b="0">
                <a:solidFill>
                  <a:srgbClr val="0F172A"/>
                </a:solidFill>
              </a:defRPr>
            </a:lvl6pPr>
            <a:lvl7pPr algn="l">
              <a:defRPr sz="1050" b="0">
                <a:solidFill>
                  <a:srgbClr val="0F172A"/>
                </a:solidFill>
              </a:defRPr>
            </a:lvl7pPr>
            <a:lvl8pPr algn="l">
              <a:defRPr sz="1050" b="0">
                <a:solidFill>
                  <a:srgbClr val="0F172A"/>
                </a:solidFill>
              </a:defRPr>
            </a:lvl8pPr>
            <a:lvl9pPr algn="l">
              <a:defRPr sz="105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100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B09973-46EF-4653-8444-A3B6242D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338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0F172A"/>
                </a:solidFill>
              </a:defRPr>
            </a:defPPr>
            <a:lvl1pPr algn="l">
              <a:defRPr sz="1050" b="0">
                <a:solidFill>
                  <a:srgbClr val="0F172A"/>
                </a:solidFill>
              </a:defRPr>
            </a:lvl1pPr>
            <a:lvl2pPr algn="l">
              <a:defRPr sz="1050" b="0">
                <a:solidFill>
                  <a:srgbClr val="0F172A"/>
                </a:solidFill>
              </a:defRPr>
            </a:lvl2pPr>
            <a:lvl3pPr algn="l">
              <a:defRPr sz="1050" b="0">
                <a:solidFill>
                  <a:srgbClr val="0F172A"/>
                </a:solidFill>
              </a:defRPr>
            </a:lvl3pPr>
            <a:lvl4pPr algn="l">
              <a:defRPr sz="1050" b="0">
                <a:solidFill>
                  <a:srgbClr val="0F172A"/>
                </a:solidFill>
              </a:defRPr>
            </a:lvl4pPr>
            <a:lvl5pPr algn="l">
              <a:defRPr sz="1050" b="0">
                <a:solidFill>
                  <a:srgbClr val="0F172A"/>
                </a:solidFill>
              </a:defRPr>
            </a:lvl5pPr>
            <a:lvl6pPr algn="l">
              <a:defRPr sz="1050" b="0">
                <a:solidFill>
                  <a:srgbClr val="0F172A"/>
                </a:solidFill>
              </a:defRPr>
            </a:lvl6pPr>
            <a:lvl7pPr algn="l">
              <a:defRPr sz="1050" b="0">
                <a:solidFill>
                  <a:srgbClr val="0F172A"/>
                </a:solidFill>
              </a:defRPr>
            </a:lvl7pPr>
            <a:lvl8pPr algn="l">
              <a:defRPr sz="1050" b="0">
                <a:solidFill>
                  <a:srgbClr val="0F172A"/>
                </a:solidFill>
              </a:defRPr>
            </a:lvl8pPr>
            <a:lvl9pPr algn="l">
              <a:defRPr sz="105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100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712DD6-3459-490F-AEF8-E2C3E139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33825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0F172A"/>
                </a:solidFill>
              </a:defRPr>
            </a:defPPr>
            <a:lvl1pPr algn="l">
              <a:defRPr sz="1050" b="0">
                <a:solidFill>
                  <a:srgbClr val="0F172A"/>
                </a:solidFill>
              </a:defRPr>
            </a:lvl1pPr>
            <a:lvl2pPr algn="l">
              <a:defRPr sz="1050" b="0">
                <a:solidFill>
                  <a:srgbClr val="0F172A"/>
                </a:solidFill>
              </a:defRPr>
            </a:lvl2pPr>
            <a:lvl3pPr algn="l">
              <a:defRPr sz="1050" b="0">
                <a:solidFill>
                  <a:srgbClr val="0F172A"/>
                </a:solidFill>
              </a:defRPr>
            </a:lvl3pPr>
            <a:lvl4pPr algn="l">
              <a:defRPr sz="1050" b="0">
                <a:solidFill>
                  <a:srgbClr val="0F172A"/>
                </a:solidFill>
              </a:defRPr>
            </a:lvl4pPr>
            <a:lvl5pPr algn="l">
              <a:defRPr sz="1050" b="0">
                <a:solidFill>
                  <a:srgbClr val="0F172A"/>
                </a:solidFill>
              </a:defRPr>
            </a:lvl5pPr>
            <a:lvl6pPr algn="l">
              <a:defRPr sz="1050" b="0">
                <a:solidFill>
                  <a:srgbClr val="0F172A"/>
                </a:solidFill>
              </a:defRPr>
            </a:lvl6pPr>
            <a:lvl7pPr algn="l">
              <a:defRPr sz="1050" b="0">
                <a:solidFill>
                  <a:srgbClr val="0F172A"/>
                </a:solidFill>
              </a:defRPr>
            </a:lvl7pPr>
            <a:lvl8pPr algn="l">
              <a:defRPr sz="1050" b="0">
                <a:solidFill>
                  <a:srgbClr val="0F172A"/>
                </a:solidFill>
              </a:defRPr>
            </a:lvl8pPr>
            <a:lvl9pPr algn="l">
              <a:defRPr sz="105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0A1E47-5A93-4419-A574-F95FD012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338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0F172A"/>
                </a:solidFill>
              </a:defRPr>
            </a:defPPr>
            <a:lvl1pPr algn="l">
              <a:defRPr sz="1050" b="0">
                <a:solidFill>
                  <a:srgbClr val="0F172A"/>
                </a:solidFill>
              </a:defRPr>
            </a:lvl1pPr>
            <a:lvl2pPr algn="l">
              <a:defRPr sz="1050" b="0">
                <a:solidFill>
                  <a:srgbClr val="0F172A"/>
                </a:solidFill>
              </a:defRPr>
            </a:lvl2pPr>
            <a:lvl3pPr algn="l">
              <a:defRPr sz="1050" b="0">
                <a:solidFill>
                  <a:srgbClr val="0F172A"/>
                </a:solidFill>
              </a:defRPr>
            </a:lvl3pPr>
            <a:lvl4pPr algn="l">
              <a:defRPr sz="1050" b="0">
                <a:solidFill>
                  <a:srgbClr val="0F172A"/>
                </a:solidFill>
              </a:defRPr>
            </a:lvl4pPr>
            <a:lvl5pPr algn="l">
              <a:defRPr sz="1050" b="0">
                <a:solidFill>
                  <a:srgbClr val="0F172A"/>
                </a:solidFill>
              </a:defRPr>
            </a:lvl5pPr>
            <a:lvl6pPr algn="l">
              <a:defRPr sz="1050" b="0">
                <a:solidFill>
                  <a:srgbClr val="0F172A"/>
                </a:solidFill>
              </a:defRPr>
            </a:lvl6pPr>
            <a:lvl7pPr algn="l">
              <a:defRPr sz="1050" b="0">
                <a:solidFill>
                  <a:srgbClr val="0F172A"/>
                </a:solidFill>
              </a:defRPr>
            </a:lvl7pPr>
            <a:lvl8pPr algn="l">
              <a:defRPr sz="1050" b="0">
                <a:solidFill>
                  <a:srgbClr val="0F172A"/>
                </a:solidFill>
              </a:defRPr>
            </a:lvl8pPr>
            <a:lvl9pPr algn="l">
              <a:defRPr sz="105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B2501F-6C5A-4731-BADB-E1F4C0BF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512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6F5042-65C4-4E46-8B2E-DFFBE3E5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0F766E"/>
                </a:solidFill>
              </a:defRPr>
            </a:defPPr>
            <a:lvl1pPr algn="l">
              <a:defRPr sz="1050" b="1">
                <a:solidFill>
                  <a:srgbClr val="0F766E"/>
                </a:solidFill>
              </a:defRPr>
            </a:lvl1pPr>
            <a:lvl2pPr algn="l">
              <a:defRPr sz="1050" b="1">
                <a:solidFill>
                  <a:srgbClr val="0F766E"/>
                </a:solidFill>
              </a:defRPr>
            </a:lvl2pPr>
            <a:lvl3pPr algn="l">
              <a:defRPr sz="1050" b="1">
                <a:solidFill>
                  <a:srgbClr val="0F766E"/>
                </a:solidFill>
              </a:defRPr>
            </a:lvl3pPr>
            <a:lvl4pPr algn="l">
              <a:defRPr sz="1050" b="1">
                <a:solidFill>
                  <a:srgbClr val="0F766E"/>
                </a:solidFill>
              </a:defRPr>
            </a:lvl4pPr>
            <a:lvl5pPr algn="l">
              <a:defRPr sz="1050" b="1">
                <a:solidFill>
                  <a:srgbClr val="0F766E"/>
                </a:solidFill>
              </a:defRPr>
            </a:lvl5pPr>
            <a:lvl6pPr algn="l">
              <a:defRPr sz="1050" b="1">
                <a:solidFill>
                  <a:srgbClr val="0F766E"/>
                </a:solidFill>
              </a:defRPr>
            </a:lvl6pPr>
            <a:lvl7pPr algn="l">
              <a:defRPr sz="1050" b="1">
                <a:solidFill>
                  <a:srgbClr val="0F766E"/>
                </a:solidFill>
              </a:defRPr>
            </a:lvl7pPr>
            <a:lvl8pPr algn="l">
              <a:defRPr sz="1050" b="1">
                <a:solidFill>
                  <a:srgbClr val="0F766E"/>
                </a:solidFill>
              </a:defRPr>
            </a:lvl8pPr>
            <a:lvl9pPr algn="l">
              <a:defRPr sz="10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FD004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8270DC-248D-4634-AC66-90E4A016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719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0F172A"/>
                </a:solidFill>
              </a:defRPr>
            </a:defPPr>
            <a:lvl1pPr algn="l">
              <a:defRPr sz="1050" b="0">
                <a:solidFill>
                  <a:srgbClr val="0F172A"/>
                </a:solidFill>
              </a:defRPr>
            </a:lvl1pPr>
            <a:lvl2pPr algn="l">
              <a:defRPr sz="1050" b="0">
                <a:solidFill>
                  <a:srgbClr val="0F172A"/>
                </a:solidFill>
              </a:defRPr>
            </a:lvl2pPr>
            <a:lvl3pPr algn="l">
              <a:defRPr sz="1050" b="0">
                <a:solidFill>
                  <a:srgbClr val="0F172A"/>
                </a:solidFill>
              </a:defRPr>
            </a:lvl3pPr>
            <a:lvl4pPr algn="l">
              <a:defRPr sz="1050" b="0">
                <a:solidFill>
                  <a:srgbClr val="0F172A"/>
                </a:solidFill>
              </a:defRPr>
            </a:lvl4pPr>
            <a:lvl5pPr algn="l">
              <a:defRPr sz="1050" b="0">
                <a:solidFill>
                  <a:srgbClr val="0F172A"/>
                </a:solidFill>
              </a:defRPr>
            </a:lvl5pPr>
            <a:lvl6pPr algn="l">
              <a:defRPr sz="1050" b="0">
                <a:solidFill>
                  <a:srgbClr val="0F172A"/>
                </a:solidFill>
              </a:defRPr>
            </a:lvl6pPr>
            <a:lvl7pPr algn="l">
              <a:defRPr sz="1050" b="0">
                <a:solidFill>
                  <a:srgbClr val="0F172A"/>
                </a:solidFill>
              </a:defRPr>
            </a:lvl7pPr>
            <a:lvl8pPr algn="l">
              <a:defRPr sz="1050" b="0">
                <a:solidFill>
                  <a:srgbClr val="0F172A"/>
                </a:solidFill>
              </a:defRPr>
            </a:lvl8pPr>
            <a:lvl9pPr algn="l">
              <a:defRPr sz="105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249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F2DA09-7021-47D0-83C2-DDC27A0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719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0F172A"/>
                </a:solidFill>
              </a:defRPr>
            </a:defPPr>
            <a:lvl1pPr algn="l">
              <a:defRPr sz="1050" b="0">
                <a:solidFill>
                  <a:srgbClr val="0F172A"/>
                </a:solidFill>
              </a:defRPr>
            </a:lvl1pPr>
            <a:lvl2pPr algn="l">
              <a:defRPr sz="1050" b="0">
                <a:solidFill>
                  <a:srgbClr val="0F172A"/>
                </a:solidFill>
              </a:defRPr>
            </a:lvl2pPr>
            <a:lvl3pPr algn="l">
              <a:defRPr sz="1050" b="0">
                <a:solidFill>
                  <a:srgbClr val="0F172A"/>
                </a:solidFill>
              </a:defRPr>
            </a:lvl3pPr>
            <a:lvl4pPr algn="l">
              <a:defRPr sz="1050" b="0">
                <a:solidFill>
                  <a:srgbClr val="0F172A"/>
                </a:solidFill>
              </a:defRPr>
            </a:lvl4pPr>
            <a:lvl5pPr algn="l">
              <a:defRPr sz="1050" b="0">
                <a:solidFill>
                  <a:srgbClr val="0F172A"/>
                </a:solidFill>
              </a:defRPr>
            </a:lvl5pPr>
            <a:lvl6pPr algn="l">
              <a:defRPr sz="1050" b="0">
                <a:solidFill>
                  <a:srgbClr val="0F172A"/>
                </a:solidFill>
              </a:defRPr>
            </a:lvl6pPr>
            <a:lvl7pPr algn="l">
              <a:defRPr sz="1050" b="0">
                <a:solidFill>
                  <a:srgbClr val="0F172A"/>
                </a:solidFill>
              </a:defRPr>
            </a:lvl7pPr>
            <a:lvl8pPr algn="l">
              <a:defRPr sz="1050" b="0">
                <a:solidFill>
                  <a:srgbClr val="0F172A"/>
                </a:solidFill>
              </a:defRPr>
            </a:lvl8pPr>
            <a:lvl9pPr algn="l">
              <a:defRPr sz="105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248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97A189-E075-456B-A7D8-9900C0D7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71975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0F172A"/>
                </a:solidFill>
              </a:defRPr>
            </a:defPPr>
            <a:lvl1pPr algn="l">
              <a:defRPr sz="1050" b="0">
                <a:solidFill>
                  <a:srgbClr val="0F172A"/>
                </a:solidFill>
              </a:defRPr>
            </a:lvl1pPr>
            <a:lvl2pPr algn="l">
              <a:defRPr sz="1050" b="0">
                <a:solidFill>
                  <a:srgbClr val="0F172A"/>
                </a:solidFill>
              </a:defRPr>
            </a:lvl2pPr>
            <a:lvl3pPr algn="l">
              <a:defRPr sz="1050" b="0">
                <a:solidFill>
                  <a:srgbClr val="0F172A"/>
                </a:solidFill>
              </a:defRPr>
            </a:lvl3pPr>
            <a:lvl4pPr algn="l">
              <a:defRPr sz="1050" b="0">
                <a:solidFill>
                  <a:srgbClr val="0F172A"/>
                </a:solidFill>
              </a:defRPr>
            </a:lvl4pPr>
            <a:lvl5pPr algn="l">
              <a:defRPr sz="1050" b="0">
                <a:solidFill>
                  <a:srgbClr val="0F172A"/>
                </a:solidFill>
              </a:defRPr>
            </a:lvl5pPr>
            <a:lvl6pPr algn="l">
              <a:defRPr sz="1050" b="0">
                <a:solidFill>
                  <a:srgbClr val="0F172A"/>
                </a:solidFill>
              </a:defRPr>
            </a:lvl6pPr>
            <a:lvl7pPr algn="l">
              <a:defRPr sz="1050" b="0">
                <a:solidFill>
                  <a:srgbClr val="0F172A"/>
                </a:solidFill>
              </a:defRPr>
            </a:lvl7pPr>
            <a:lvl8pPr algn="l">
              <a:defRPr sz="1050" b="0">
                <a:solidFill>
                  <a:srgbClr val="0F172A"/>
                </a:solidFill>
              </a:defRPr>
            </a:lvl8pPr>
            <a:lvl9pPr algn="l">
              <a:defRPr sz="105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4445D0-FDC1-46CA-B366-BDA53DB8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719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0F172A"/>
                </a:solidFill>
              </a:defRPr>
            </a:defPPr>
            <a:lvl1pPr algn="l">
              <a:defRPr sz="1050" b="0">
                <a:solidFill>
                  <a:srgbClr val="0F172A"/>
                </a:solidFill>
              </a:defRPr>
            </a:lvl1pPr>
            <a:lvl2pPr algn="l">
              <a:defRPr sz="1050" b="0">
                <a:solidFill>
                  <a:srgbClr val="0F172A"/>
                </a:solidFill>
              </a:defRPr>
            </a:lvl2pPr>
            <a:lvl3pPr algn="l">
              <a:defRPr sz="1050" b="0">
                <a:solidFill>
                  <a:srgbClr val="0F172A"/>
                </a:solidFill>
              </a:defRPr>
            </a:lvl3pPr>
            <a:lvl4pPr algn="l">
              <a:defRPr sz="1050" b="0">
                <a:solidFill>
                  <a:srgbClr val="0F172A"/>
                </a:solidFill>
              </a:defRPr>
            </a:lvl4pPr>
            <a:lvl5pPr algn="l">
              <a:defRPr sz="1050" b="0">
                <a:solidFill>
                  <a:srgbClr val="0F172A"/>
                </a:solidFill>
              </a:defRPr>
            </a:lvl5pPr>
            <a:lvl6pPr algn="l">
              <a:defRPr sz="1050" b="0">
                <a:solidFill>
                  <a:srgbClr val="0F172A"/>
                </a:solidFill>
              </a:defRPr>
            </a:lvl6pPr>
            <a:lvl7pPr algn="l">
              <a:defRPr sz="1050" b="0">
                <a:solidFill>
                  <a:srgbClr val="0F172A"/>
                </a:solidFill>
              </a:defRPr>
            </a:lvl7pPr>
            <a:lvl8pPr algn="l">
              <a:defRPr sz="1050" b="0">
                <a:solidFill>
                  <a:srgbClr val="0F172A"/>
                </a:solidFill>
              </a:defRPr>
            </a:lvl8pPr>
            <a:lvl9pPr algn="l">
              <a:defRPr sz="105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3EBC0D-3316-454B-BCCB-6F81F5CE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44767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137042-B63A-4F91-AC60-D9C1323020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3a465e7c443d0"/>
          <a:stretch xmlns:a="http://schemas.openxmlformats.org/drawingml/2006/main"/>
        </p:blipFill>
        <p:spPr>
          <a:xfrm xmlns:a="http://schemas.openxmlformats.org/drawingml/2006/main">
            <a:off x="6381750" y="2719990"/>
            <a:ext cx="4286250" cy="2408621"/>
          </a:xfrm>
          <a:prstGeom xmlns:a="http://schemas.openxmlformats.org/drawingml/2006/main" prst="roundRect">
            <a:avLst>
              <a:gd name="adj" fmla="val 2239"/>
            </a:avLst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39C27C-903D-43B5-AAA2-9727C327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475569"/>
                </a:solidFill>
              </a:defRPr>
            </a:defPPr>
            <a:lvl1pPr algn="l">
              <a:defRPr sz="1275" b="0">
                <a:solidFill>
                  <a:srgbClr val="475569"/>
                </a:solidFill>
              </a:defRPr>
            </a:lvl1pPr>
            <a:lvl2pPr algn="l">
              <a:defRPr sz="1275" b="0">
                <a:solidFill>
                  <a:srgbClr val="475569"/>
                </a:solidFill>
              </a:defRPr>
            </a:lvl2pPr>
            <a:lvl3pPr algn="l">
              <a:defRPr sz="1275" b="0">
                <a:solidFill>
                  <a:srgbClr val="475569"/>
                </a:solidFill>
              </a:defRPr>
            </a:lvl3pPr>
            <a:lvl4pPr algn="l">
              <a:defRPr sz="1275" b="0">
                <a:solidFill>
                  <a:srgbClr val="475569"/>
                </a:solidFill>
              </a:defRPr>
            </a:lvl4pPr>
            <a:lvl5pPr algn="l">
              <a:defRPr sz="1275" b="0">
                <a:solidFill>
                  <a:srgbClr val="475569"/>
                </a:solidFill>
              </a:defRPr>
            </a:lvl5pPr>
            <a:lvl6pPr algn="l">
              <a:defRPr sz="1275" b="0">
                <a:solidFill>
                  <a:srgbClr val="475569"/>
                </a:solidFill>
              </a:defRPr>
            </a:lvl6pPr>
            <a:lvl7pPr algn="l">
              <a:defRPr sz="1275" b="0">
                <a:solidFill>
                  <a:srgbClr val="475569"/>
                </a:solidFill>
              </a:defRPr>
            </a:lvl7pPr>
            <a:lvl8pPr algn="l">
              <a:defRPr sz="1275" b="0">
                <a:solidFill>
                  <a:srgbClr val="475569"/>
                </a:solidFill>
              </a:defRPr>
            </a:lvl8pPr>
            <a:lvl9pPr algn="l">
              <a:defRPr sz="127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Pipeline outputs include Parquet tables, NPZ windows, window metadata, feature registry, scaler artifacts, metadata, and dataset hash files.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F1EB3F-3B96-4D18-B7B6-B7F4F575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C-MAPSS XAI Research Foundation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E75871-BF79-485B-A347-7E00BA17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4748B"/>
                </a:solidFill>
              </a:defRPr>
            </a:defPPr>
            <a:lvl1pPr algn="r">
              <a:defRPr sz="825" b="0">
                <a:solidFill>
                  <a:srgbClr val="64748B"/>
                </a:solidFill>
              </a:defRPr>
            </a:lvl1pPr>
            <a:lvl2pPr algn="r">
              <a:defRPr sz="825" b="0">
                <a:solidFill>
                  <a:srgbClr val="64748B"/>
                </a:solidFill>
              </a:defRPr>
            </a:lvl2pPr>
            <a:lvl3pPr algn="r">
              <a:defRPr sz="825" b="0">
                <a:solidFill>
                  <a:srgbClr val="64748B"/>
                </a:solidFill>
              </a:defRPr>
            </a:lvl3pPr>
            <a:lvl4pPr algn="r">
              <a:defRPr sz="825" b="0">
                <a:solidFill>
                  <a:srgbClr val="64748B"/>
                </a:solidFill>
              </a:defRPr>
            </a:lvl4pPr>
            <a:lvl5pPr algn="r">
              <a:defRPr sz="825" b="0">
                <a:solidFill>
                  <a:srgbClr val="64748B"/>
                </a:solidFill>
              </a:defRPr>
            </a:lvl5pPr>
            <a:lvl6pPr algn="r">
              <a:defRPr sz="825" b="0">
                <a:solidFill>
                  <a:srgbClr val="64748B"/>
                </a:solidFill>
              </a:defRPr>
            </a:lvl6pPr>
            <a:lvl7pPr algn="r">
              <a:defRPr sz="825" b="0">
                <a:solidFill>
                  <a:srgbClr val="64748B"/>
                </a:solidFill>
              </a:defRPr>
            </a:lvl7pPr>
            <a:lvl8pPr algn="r">
              <a:defRPr sz="825" b="0">
                <a:solidFill>
                  <a:srgbClr val="64748B"/>
                </a:solidFill>
              </a:defRPr>
            </a:lvl8pPr>
            <a:lvl9pPr algn="r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65647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BDAD0-AE73-4A46-B33C-57CAD662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F766E"/>
                </a:solidFill>
              </a:defRPr>
            </a:defPPr>
            <a:lvl1pPr algn="l">
              <a:defRPr sz="900" b="1">
                <a:solidFill>
                  <a:srgbClr val="0F766E"/>
                </a:solidFill>
              </a:defRPr>
            </a:lvl1pPr>
            <a:lvl2pPr algn="l">
              <a:defRPr sz="900" b="1">
                <a:solidFill>
                  <a:srgbClr val="0F766E"/>
                </a:solidFill>
              </a:defRPr>
            </a:lvl2pPr>
            <a:lvl3pPr algn="l">
              <a:defRPr sz="900" b="1">
                <a:solidFill>
                  <a:srgbClr val="0F766E"/>
                </a:solidFill>
              </a:defRPr>
            </a:lvl3pPr>
            <a:lvl4pPr algn="l">
              <a:defRPr sz="900" b="1">
                <a:solidFill>
                  <a:srgbClr val="0F766E"/>
                </a:solidFill>
              </a:defRPr>
            </a:lvl4pPr>
            <a:lvl5pPr algn="l">
              <a:defRPr sz="900" b="1">
                <a:solidFill>
                  <a:srgbClr val="0F766E"/>
                </a:solidFill>
              </a:defRPr>
            </a:lvl5pPr>
            <a:lvl6pPr algn="l">
              <a:defRPr sz="900" b="1">
                <a:solidFill>
                  <a:srgbClr val="0F766E"/>
                </a:solidFill>
              </a:defRPr>
            </a:lvl6pPr>
            <a:lvl7pPr algn="l">
              <a:defRPr sz="900" b="1">
                <a:solidFill>
                  <a:srgbClr val="0F766E"/>
                </a:solidFill>
              </a:defRPr>
            </a:lvl7pPr>
            <a:lvl8pPr algn="l">
              <a:defRPr sz="900" b="1">
                <a:solidFill>
                  <a:srgbClr val="0F766E"/>
                </a:solidFill>
              </a:defRPr>
            </a:lvl8pPr>
            <a:lvl9pPr algn="l">
              <a:defRPr sz="9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2A506-517B-4508-B341-C416CCFB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0F172A"/>
                </a:solidFill>
              </a:defRPr>
            </a:defPPr>
            <a:lvl1pPr algn="l">
              <a:defRPr sz="2850" b="1">
                <a:solidFill>
                  <a:srgbClr val="0F172A"/>
                </a:solidFill>
              </a:defRPr>
            </a:lvl1pPr>
            <a:lvl2pPr algn="l">
              <a:defRPr sz="2850" b="1">
                <a:solidFill>
                  <a:srgbClr val="0F172A"/>
                </a:solidFill>
              </a:defRPr>
            </a:lvl2pPr>
            <a:lvl3pPr algn="l">
              <a:defRPr sz="2850" b="1">
                <a:solidFill>
                  <a:srgbClr val="0F172A"/>
                </a:solidFill>
              </a:defRPr>
            </a:lvl3pPr>
            <a:lvl4pPr algn="l">
              <a:defRPr sz="2850" b="1">
                <a:solidFill>
                  <a:srgbClr val="0F172A"/>
                </a:solidFill>
              </a:defRPr>
            </a:lvl4pPr>
            <a:lvl5pPr algn="l">
              <a:defRPr sz="2850" b="1">
                <a:solidFill>
                  <a:srgbClr val="0F172A"/>
                </a:solidFill>
              </a:defRPr>
            </a:lvl5pPr>
            <a:lvl6pPr algn="l">
              <a:defRPr sz="2850" b="1">
                <a:solidFill>
                  <a:srgbClr val="0F172A"/>
                </a:solidFill>
              </a:defRPr>
            </a:lvl6pPr>
            <a:lvl7pPr algn="l">
              <a:defRPr sz="2850" b="1">
                <a:solidFill>
                  <a:srgbClr val="0F172A"/>
                </a:solidFill>
              </a:defRPr>
            </a:lvl7pPr>
            <a:lvl8pPr algn="l">
              <a:defRPr sz="2850" b="1">
                <a:solidFill>
                  <a:srgbClr val="0F172A"/>
                </a:solidFill>
              </a:defRPr>
            </a:lvl8pPr>
            <a:lvl9pPr algn="l">
              <a:defRPr sz="28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Reproducible pipeline from raw NASA files to dashboard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AECAF-4B02-4C53-BD58-DCE0951A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</a:defRPr>
            </a:defPPr>
            <a:lvl1pPr algn="l">
              <a:defRPr sz="1350" b="0">
                <a:solidFill>
                  <a:srgbClr val="475569"/>
                </a:solidFill>
              </a:defRPr>
            </a:lvl1pPr>
            <a:lvl2pPr algn="l">
              <a:defRPr sz="1350" b="0">
                <a:solidFill>
                  <a:srgbClr val="475569"/>
                </a:solidFill>
              </a:defRPr>
            </a:lvl2pPr>
            <a:lvl3pPr algn="l">
              <a:defRPr sz="1350" b="0">
                <a:solidFill>
                  <a:srgbClr val="475569"/>
                </a:solidFill>
              </a:defRPr>
            </a:lvl3pPr>
            <a:lvl4pPr algn="l">
              <a:defRPr sz="1350" b="0">
                <a:solidFill>
                  <a:srgbClr val="475569"/>
                </a:solidFill>
              </a:defRPr>
            </a:lvl4pPr>
            <a:lvl5pPr algn="l">
              <a:defRPr sz="1350" b="0">
                <a:solidFill>
                  <a:srgbClr val="475569"/>
                </a:solidFill>
              </a:defRPr>
            </a:lvl5pPr>
            <a:lvl6pPr algn="l">
              <a:defRPr sz="1350" b="0">
                <a:solidFill>
                  <a:srgbClr val="475569"/>
                </a:solidFill>
              </a:defRPr>
            </a:lvl6pPr>
            <a:lvl7pPr algn="l">
              <a:defRPr sz="1350" b="0">
                <a:solidFill>
                  <a:srgbClr val="475569"/>
                </a:solidFill>
              </a:defRPr>
            </a:lvl7pPr>
            <a:lvl8pPr algn="l">
              <a:defRPr sz="1350" b="0">
                <a:solidFill>
                  <a:srgbClr val="475569"/>
                </a:solidFill>
              </a:defRPr>
            </a:lvl8pPr>
            <a:lvl9pPr algn="l">
              <a:defRPr sz="13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The same artifacts feed the paper, PPT, Streamlit dashboard, and demo video.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62594-0FB2-4492-A05B-147DF5C1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6667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B94C7-0DA6-4C13-9207-43B51AD600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c7696c9724880"/>
          <a:stretch xmlns:a="http://schemas.openxmlformats.org/drawingml/2006/main"/>
        </p:blipFill>
        <p:spPr>
          <a:xfrm xmlns:a="http://schemas.openxmlformats.org/drawingml/2006/main">
            <a:off x="2714625" y="2514600"/>
            <a:ext cx="3143250" cy="3143250"/>
          </a:xfrm>
          <a:prstGeom xmlns:a="http://schemas.openxmlformats.org/drawingml/2006/main" prst="roundRect">
            <a:avLst>
              <a:gd name="adj" fmla="val 181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84DCE-19E5-40DB-81BD-8A6D8756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50"/>
            <a:ext cx="2571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0E7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B5103-5BC6-453C-93B4-A556FB95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Versioning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98DFA-EA97-48A1-BC0B-26A807E6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7180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SHA-256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D19EB-FEAB-4C18-9379-DE692321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475569"/>
                </a:solidFill>
              </a:defRPr>
            </a:defPPr>
            <a:lvl1pPr algn="l">
              <a:defRPr sz="975" b="0">
                <a:solidFill>
                  <a:srgbClr val="475569"/>
                </a:solidFill>
              </a:defRPr>
            </a:lvl1pPr>
            <a:lvl2pPr algn="l">
              <a:defRPr sz="975" b="0">
                <a:solidFill>
                  <a:srgbClr val="475569"/>
                </a:solidFill>
              </a:defRPr>
            </a:lvl2pPr>
            <a:lvl3pPr algn="l">
              <a:defRPr sz="975" b="0">
                <a:solidFill>
                  <a:srgbClr val="475569"/>
                </a:solidFill>
              </a:defRPr>
            </a:lvl3pPr>
            <a:lvl4pPr algn="l">
              <a:defRPr sz="975" b="0">
                <a:solidFill>
                  <a:srgbClr val="475569"/>
                </a:solidFill>
              </a:defRPr>
            </a:lvl4pPr>
            <a:lvl5pPr algn="l">
              <a:defRPr sz="975" b="0">
                <a:solidFill>
                  <a:srgbClr val="475569"/>
                </a:solidFill>
              </a:defRPr>
            </a:lvl5pPr>
            <a:lvl6pPr algn="l">
              <a:defRPr sz="975" b="0">
                <a:solidFill>
                  <a:srgbClr val="475569"/>
                </a:solidFill>
              </a:defRPr>
            </a:lvl6pPr>
            <a:lvl7pPr algn="l">
              <a:defRPr sz="975" b="0">
                <a:solidFill>
                  <a:srgbClr val="475569"/>
                </a:solidFill>
              </a:defRPr>
            </a:lvl7pPr>
            <a:lvl8pPr algn="l">
              <a:defRPr sz="975" b="0">
                <a:solidFill>
                  <a:srgbClr val="475569"/>
                </a:solidFill>
              </a:defRPr>
            </a:lvl8pPr>
            <a:lvl9pPr algn="l">
              <a:defRPr sz="97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Config, tables, windows, registry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0C756-DF04-4DE2-B1A2-DB67400C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05250"/>
            <a:ext cx="2571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CA4A1-563D-40F4-9B65-51E2DC0A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576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2737FA-E3EA-421E-8EBC-A4FF5E8D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0530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8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46554-83B6-40B6-92BA-BDD67EF5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863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475569"/>
                </a:solidFill>
              </a:defRPr>
            </a:defPPr>
            <a:lvl1pPr algn="l">
              <a:defRPr sz="975" b="0">
                <a:solidFill>
                  <a:srgbClr val="475569"/>
                </a:solidFill>
              </a:defRPr>
            </a:lvl1pPr>
            <a:lvl2pPr algn="l">
              <a:defRPr sz="975" b="0">
                <a:solidFill>
                  <a:srgbClr val="475569"/>
                </a:solidFill>
              </a:defRPr>
            </a:lvl2pPr>
            <a:lvl3pPr algn="l">
              <a:defRPr sz="975" b="0">
                <a:solidFill>
                  <a:srgbClr val="475569"/>
                </a:solidFill>
              </a:defRPr>
            </a:lvl3pPr>
            <a:lvl4pPr algn="l">
              <a:defRPr sz="975" b="0">
                <a:solidFill>
                  <a:srgbClr val="475569"/>
                </a:solidFill>
              </a:defRPr>
            </a:lvl4pPr>
            <a:lvl5pPr algn="l">
              <a:defRPr sz="975" b="0">
                <a:solidFill>
                  <a:srgbClr val="475569"/>
                </a:solidFill>
              </a:defRPr>
            </a:lvl5pPr>
            <a:lvl6pPr algn="l">
              <a:defRPr sz="975" b="0">
                <a:solidFill>
                  <a:srgbClr val="475569"/>
                </a:solidFill>
              </a:defRPr>
            </a:lvl6pPr>
            <a:lvl7pPr algn="l">
              <a:defRPr sz="975" b="0">
                <a:solidFill>
                  <a:srgbClr val="475569"/>
                </a:solidFill>
              </a:defRPr>
            </a:lvl7pPr>
            <a:lvl8pPr algn="l">
              <a:defRPr sz="975" b="0">
                <a:solidFill>
                  <a:srgbClr val="475569"/>
                </a:solidFill>
              </a:defRPr>
            </a:lvl8pPr>
            <a:lvl9pPr algn="l">
              <a:defRPr sz="97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Schema, cycles, NaN, Inf, windows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DD958-3C24-4C5E-BA7B-5ABD9B2D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75569"/>
                </a:solidFill>
              </a:defRPr>
            </a:defPPr>
            <a:lvl1pPr algn="l">
              <a:defRPr sz="1125" b="0">
                <a:solidFill>
                  <a:srgbClr val="475569"/>
                </a:solidFill>
              </a:defRPr>
            </a:lvl1pPr>
            <a:lvl2pPr algn="l">
              <a:defRPr sz="1125" b="0">
                <a:solidFill>
                  <a:srgbClr val="475569"/>
                </a:solidFill>
              </a:defRPr>
            </a:lvl2pPr>
            <a:lvl3pPr algn="l">
              <a:defRPr sz="1125" b="0">
                <a:solidFill>
                  <a:srgbClr val="475569"/>
                </a:solidFill>
              </a:defRPr>
            </a:lvl3pPr>
            <a:lvl4pPr algn="l">
              <a:defRPr sz="1125" b="0">
                <a:solidFill>
                  <a:srgbClr val="475569"/>
                </a:solidFill>
              </a:defRPr>
            </a:lvl4pPr>
            <a:lvl5pPr algn="l">
              <a:defRPr sz="1125" b="0">
                <a:solidFill>
                  <a:srgbClr val="475569"/>
                </a:solidFill>
              </a:defRPr>
            </a:lvl5pPr>
            <a:lvl6pPr algn="l">
              <a:defRPr sz="1125" b="0">
                <a:solidFill>
                  <a:srgbClr val="475569"/>
                </a:solidFill>
              </a:defRPr>
            </a:lvl6pPr>
            <a:lvl7pPr algn="l">
              <a:defRPr sz="1125" b="0">
                <a:solidFill>
                  <a:srgbClr val="475569"/>
                </a:solidFill>
              </a:defRPr>
            </a:lvl7pPr>
            <a:lvl8pPr algn="l">
              <a:defRPr sz="1125" b="0">
                <a:solidFill>
                  <a:srgbClr val="475569"/>
                </a:solidFill>
              </a:defRPr>
            </a:lvl8pPr>
            <a:lvl9pPr algn="l">
              <a:defRPr sz="112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No training runs inside dashboard. It reads saved CSV, JSON, image, and model-output artifacts only.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D85E8-F8FE-466C-9CDF-A431B591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C-MAPSS XAI Research Foundation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95DB39-5803-4AD2-A824-B7E3D85E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4748B"/>
                </a:solidFill>
              </a:defRPr>
            </a:defPPr>
            <a:lvl1pPr algn="r">
              <a:defRPr sz="825" b="0">
                <a:solidFill>
                  <a:srgbClr val="64748B"/>
                </a:solidFill>
              </a:defRPr>
            </a:lvl1pPr>
            <a:lvl2pPr algn="r">
              <a:defRPr sz="825" b="0">
                <a:solidFill>
                  <a:srgbClr val="64748B"/>
                </a:solidFill>
              </a:defRPr>
            </a:lvl2pPr>
            <a:lvl3pPr algn="r">
              <a:defRPr sz="825" b="0">
                <a:solidFill>
                  <a:srgbClr val="64748B"/>
                </a:solidFill>
              </a:defRPr>
            </a:lvl3pPr>
            <a:lvl4pPr algn="r">
              <a:defRPr sz="825" b="0">
                <a:solidFill>
                  <a:srgbClr val="64748B"/>
                </a:solidFill>
              </a:defRPr>
            </a:lvl4pPr>
            <a:lvl5pPr algn="r">
              <a:defRPr sz="825" b="0">
                <a:solidFill>
                  <a:srgbClr val="64748B"/>
                </a:solidFill>
              </a:defRPr>
            </a:lvl5pPr>
            <a:lvl6pPr algn="r">
              <a:defRPr sz="825" b="0">
                <a:solidFill>
                  <a:srgbClr val="64748B"/>
                </a:solidFill>
              </a:defRPr>
            </a:lvl6pPr>
            <a:lvl7pPr algn="r">
              <a:defRPr sz="825" b="0">
                <a:solidFill>
                  <a:srgbClr val="64748B"/>
                </a:solidFill>
              </a:defRPr>
            </a:lvl7pPr>
            <a:lvl8pPr algn="r">
              <a:defRPr sz="825" b="0">
                <a:solidFill>
                  <a:srgbClr val="64748B"/>
                </a:solidFill>
              </a:defRPr>
            </a:lvl8pPr>
            <a:lvl9pPr algn="r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003233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52C413-B5E9-4947-BFAD-21543597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F766E"/>
                </a:solidFill>
              </a:defRPr>
            </a:defPPr>
            <a:lvl1pPr algn="l">
              <a:defRPr sz="900" b="1">
                <a:solidFill>
                  <a:srgbClr val="0F766E"/>
                </a:solidFill>
              </a:defRPr>
            </a:lvl1pPr>
            <a:lvl2pPr algn="l">
              <a:defRPr sz="900" b="1">
                <a:solidFill>
                  <a:srgbClr val="0F766E"/>
                </a:solidFill>
              </a:defRPr>
            </a:lvl2pPr>
            <a:lvl3pPr algn="l">
              <a:defRPr sz="900" b="1">
                <a:solidFill>
                  <a:srgbClr val="0F766E"/>
                </a:solidFill>
              </a:defRPr>
            </a:lvl3pPr>
            <a:lvl4pPr algn="l">
              <a:defRPr sz="900" b="1">
                <a:solidFill>
                  <a:srgbClr val="0F766E"/>
                </a:solidFill>
              </a:defRPr>
            </a:lvl4pPr>
            <a:lvl5pPr algn="l">
              <a:defRPr sz="900" b="1">
                <a:solidFill>
                  <a:srgbClr val="0F766E"/>
                </a:solidFill>
              </a:defRPr>
            </a:lvl5pPr>
            <a:lvl6pPr algn="l">
              <a:defRPr sz="900" b="1">
                <a:solidFill>
                  <a:srgbClr val="0F766E"/>
                </a:solidFill>
              </a:defRPr>
            </a:lvl6pPr>
            <a:lvl7pPr algn="l">
              <a:defRPr sz="900" b="1">
                <a:solidFill>
                  <a:srgbClr val="0F766E"/>
                </a:solidFill>
              </a:defRPr>
            </a:lvl7pPr>
            <a:lvl8pPr algn="l">
              <a:defRPr sz="900" b="1">
                <a:solidFill>
                  <a:srgbClr val="0F766E"/>
                </a:solidFill>
              </a:defRPr>
            </a:lvl8pPr>
            <a:lvl9pPr algn="l">
              <a:defRPr sz="9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PREDICTIVE MODELS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56C17-0047-405D-980F-55170506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0F172A"/>
                </a:solidFill>
              </a:defRPr>
            </a:defPPr>
            <a:lvl1pPr algn="l">
              <a:defRPr sz="2850" b="1">
                <a:solidFill>
                  <a:srgbClr val="0F172A"/>
                </a:solidFill>
              </a:defRPr>
            </a:lvl1pPr>
            <a:lvl2pPr algn="l">
              <a:defRPr sz="2850" b="1">
                <a:solidFill>
                  <a:srgbClr val="0F172A"/>
                </a:solidFill>
              </a:defRPr>
            </a:lvl2pPr>
            <a:lvl3pPr algn="l">
              <a:defRPr sz="2850" b="1">
                <a:solidFill>
                  <a:srgbClr val="0F172A"/>
                </a:solidFill>
              </a:defRPr>
            </a:lvl3pPr>
            <a:lvl4pPr algn="l">
              <a:defRPr sz="2850" b="1">
                <a:solidFill>
                  <a:srgbClr val="0F172A"/>
                </a:solidFill>
              </a:defRPr>
            </a:lvl4pPr>
            <a:lvl5pPr algn="l">
              <a:defRPr sz="2850" b="1">
                <a:solidFill>
                  <a:srgbClr val="0F172A"/>
                </a:solidFill>
              </a:defRPr>
            </a:lvl5pPr>
            <a:lvl6pPr algn="l">
              <a:defRPr sz="2850" b="1">
                <a:solidFill>
                  <a:srgbClr val="0F172A"/>
                </a:solidFill>
              </a:defRPr>
            </a:lvl6pPr>
            <a:lvl7pPr algn="l">
              <a:defRPr sz="2850" b="1">
                <a:solidFill>
                  <a:srgbClr val="0F172A"/>
                </a:solidFill>
              </a:defRPr>
            </a:lvl7pPr>
            <a:lvl8pPr algn="l">
              <a:defRPr sz="2850" b="1">
                <a:solidFill>
                  <a:srgbClr val="0F172A"/>
                </a:solidFill>
              </a:defRPr>
            </a:lvl8pPr>
            <a:lvl9pPr algn="l">
              <a:defRPr sz="28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FD001 Transformer leads, FD003 HGB gives best cross-subset RMSE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14AC8-54D7-4041-B43A-9B43087B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</a:defRPr>
            </a:defPPr>
            <a:lvl1pPr algn="l">
              <a:defRPr sz="1350" b="0">
                <a:solidFill>
                  <a:srgbClr val="475569"/>
                </a:solidFill>
              </a:defRPr>
            </a:lvl1pPr>
            <a:lvl2pPr algn="l">
              <a:defRPr sz="1350" b="0">
                <a:solidFill>
                  <a:srgbClr val="475569"/>
                </a:solidFill>
              </a:defRPr>
            </a:lvl2pPr>
            <a:lvl3pPr algn="l">
              <a:defRPr sz="1350" b="0">
                <a:solidFill>
                  <a:srgbClr val="475569"/>
                </a:solidFill>
              </a:defRPr>
            </a:lvl3pPr>
            <a:lvl4pPr algn="l">
              <a:defRPr sz="1350" b="0">
                <a:solidFill>
                  <a:srgbClr val="475569"/>
                </a:solidFill>
              </a:defRPr>
            </a:lvl4pPr>
            <a:lvl5pPr algn="l">
              <a:defRPr sz="1350" b="0">
                <a:solidFill>
                  <a:srgbClr val="475569"/>
                </a:solidFill>
              </a:defRPr>
            </a:lvl5pPr>
            <a:lvl6pPr algn="l">
              <a:defRPr sz="1350" b="0">
                <a:solidFill>
                  <a:srgbClr val="475569"/>
                </a:solidFill>
              </a:defRPr>
            </a:lvl6pPr>
            <a:lvl7pPr algn="l">
              <a:defRPr sz="1350" b="0">
                <a:solidFill>
                  <a:srgbClr val="475569"/>
                </a:solidFill>
              </a:defRPr>
            </a:lvl7pPr>
            <a:lvl8pPr algn="l">
              <a:defRPr sz="1350" b="0">
                <a:solidFill>
                  <a:srgbClr val="475569"/>
                </a:solidFill>
              </a:defRPr>
            </a:lvl8pPr>
            <a:lvl9pPr algn="l">
              <a:defRPr sz="13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Deep models are included, but multi-condition subsets still favor classical baselines in small runs.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581C90F-E72C-4917-B831-A8074DBF157C}"/>
              </a:ext>
            </a:extLst>
          </p:cNvPr>
          <p:cNvGraphicFramePr/>
          <p:nvPr/>
        </p:nvGraphicFramePr>
        <p:xfrm>
          <a:off xmlns:a="http://schemas.openxmlformats.org/drawingml/2006/main" x="857250" y="2571750"/>
          <a:ext xmlns:a="http://schemas.openxmlformats.org/drawingml/2006/main" cx="6572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c94cfbb473428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8D095-F9DF-412D-8548-181B874A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0510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0E7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0DE49-5A34-4C07-858A-530A4D7A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FD001 best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CAC0A-F983-492A-917F-A8599D8F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051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15.593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E036C-54E9-4BBC-8DE3-CCA4AC41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86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475569"/>
                </a:solidFill>
              </a:defRPr>
            </a:defPPr>
            <a:lvl1pPr algn="l">
              <a:defRPr sz="975" b="0">
                <a:solidFill>
                  <a:srgbClr val="475569"/>
                </a:solidFill>
              </a:defRPr>
            </a:lvl1pPr>
            <a:lvl2pPr algn="l">
              <a:defRPr sz="975" b="0">
                <a:solidFill>
                  <a:srgbClr val="475569"/>
                </a:solidFill>
              </a:defRPr>
            </a:lvl2pPr>
            <a:lvl3pPr algn="l">
              <a:defRPr sz="975" b="0">
                <a:solidFill>
                  <a:srgbClr val="475569"/>
                </a:solidFill>
              </a:defRPr>
            </a:lvl3pPr>
            <a:lvl4pPr algn="l">
              <a:defRPr sz="975" b="0">
                <a:solidFill>
                  <a:srgbClr val="475569"/>
                </a:solidFill>
              </a:defRPr>
            </a:lvl4pPr>
            <a:lvl5pPr algn="l">
              <a:defRPr sz="975" b="0">
                <a:solidFill>
                  <a:srgbClr val="475569"/>
                </a:solidFill>
              </a:defRPr>
            </a:lvl5pPr>
            <a:lvl6pPr algn="l">
              <a:defRPr sz="975" b="0">
                <a:solidFill>
                  <a:srgbClr val="475569"/>
                </a:solidFill>
              </a:defRPr>
            </a:lvl6pPr>
            <a:lvl7pPr algn="l">
              <a:defRPr sz="975" b="0">
                <a:solidFill>
                  <a:srgbClr val="475569"/>
                </a:solidFill>
              </a:defRPr>
            </a:lvl7pPr>
            <a:lvl8pPr algn="l">
              <a:defRPr sz="975" b="0">
                <a:solidFill>
                  <a:srgbClr val="475569"/>
                </a:solidFill>
              </a:defRPr>
            </a:lvl8pPr>
            <a:lvl9pPr algn="l">
              <a:defRPr sz="97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Transformer RMSE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FEA92-AF41-47EB-85EE-8936D65B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3860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C33B0-DDE2-421C-9B52-093F81B8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910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FD001 MAE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EBFA0-6B6C-48DD-A45B-FD466A29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386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10.879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3A8051-5C84-4030-9123-E2E38046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96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475569"/>
                </a:solidFill>
              </a:defRPr>
            </a:defPPr>
            <a:lvl1pPr algn="l">
              <a:defRPr sz="975" b="0">
                <a:solidFill>
                  <a:srgbClr val="475569"/>
                </a:solidFill>
              </a:defRPr>
            </a:lvl1pPr>
            <a:lvl2pPr algn="l">
              <a:defRPr sz="975" b="0">
                <a:solidFill>
                  <a:srgbClr val="475569"/>
                </a:solidFill>
              </a:defRPr>
            </a:lvl2pPr>
            <a:lvl3pPr algn="l">
              <a:defRPr sz="975" b="0">
                <a:solidFill>
                  <a:srgbClr val="475569"/>
                </a:solidFill>
              </a:defRPr>
            </a:lvl3pPr>
            <a:lvl4pPr algn="l">
              <a:defRPr sz="975" b="0">
                <a:solidFill>
                  <a:srgbClr val="475569"/>
                </a:solidFill>
              </a:defRPr>
            </a:lvl4pPr>
            <a:lvl5pPr algn="l">
              <a:defRPr sz="975" b="0">
                <a:solidFill>
                  <a:srgbClr val="475569"/>
                </a:solidFill>
              </a:defRPr>
            </a:lvl5pPr>
            <a:lvl6pPr algn="l">
              <a:defRPr sz="975" b="0">
                <a:solidFill>
                  <a:srgbClr val="475569"/>
                </a:solidFill>
              </a:defRPr>
            </a:lvl6pPr>
            <a:lvl7pPr algn="l">
              <a:defRPr sz="975" b="0">
                <a:solidFill>
                  <a:srgbClr val="475569"/>
                </a:solidFill>
              </a:defRPr>
            </a:lvl7pPr>
            <a:lvl8pPr algn="l">
              <a:defRPr sz="975" b="0">
                <a:solidFill>
                  <a:srgbClr val="475569"/>
                </a:solidFill>
              </a:defRPr>
            </a:lvl8pPr>
            <a:lvl9pPr algn="l">
              <a:defRPr sz="97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Transformer MAE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9B887-F7C0-43EB-84FC-72788BAB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578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75569"/>
                </a:solidFill>
              </a:defRPr>
            </a:defPPr>
            <a:lvl1pPr algn="l">
              <a:defRPr sz="1125" b="0">
                <a:solidFill>
                  <a:srgbClr val="475569"/>
                </a:solidFill>
              </a:defRPr>
            </a:lvl1pPr>
            <a:lvl2pPr algn="l">
              <a:defRPr sz="1125" b="0">
                <a:solidFill>
                  <a:srgbClr val="475569"/>
                </a:solidFill>
              </a:defRPr>
            </a:lvl2pPr>
            <a:lvl3pPr algn="l">
              <a:defRPr sz="1125" b="0">
                <a:solidFill>
                  <a:srgbClr val="475569"/>
                </a:solidFill>
              </a:defRPr>
            </a:lvl3pPr>
            <a:lvl4pPr algn="l">
              <a:defRPr sz="1125" b="0">
                <a:solidFill>
                  <a:srgbClr val="475569"/>
                </a:solidFill>
              </a:defRPr>
            </a:lvl4pPr>
            <a:lvl5pPr algn="l">
              <a:defRPr sz="1125" b="0">
                <a:solidFill>
                  <a:srgbClr val="475569"/>
                </a:solidFill>
              </a:defRPr>
            </a:lvl5pPr>
            <a:lvl6pPr algn="l">
              <a:defRPr sz="1125" b="0">
                <a:solidFill>
                  <a:srgbClr val="475569"/>
                </a:solidFill>
              </a:defRPr>
            </a:lvl6pPr>
            <a:lvl7pPr algn="l">
              <a:defRPr sz="1125" b="0">
                <a:solidFill>
                  <a:srgbClr val="475569"/>
                </a:solidFill>
              </a:defRPr>
            </a:lvl7pPr>
            <a:lvl8pPr algn="l">
              <a:defRPr sz="1125" b="0">
                <a:solidFill>
                  <a:srgbClr val="475569"/>
                </a:solidFill>
              </a:defRPr>
            </a:lvl8pPr>
            <a:lvl9pPr algn="l">
              <a:defRPr sz="112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Models benchmarked: Ridge, Random Forest, HistGradientBoosting, MLP, LSTM, GRU, Transformer.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2B480-DF40-4367-B8D7-705E9BA0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C-MAPSS XAI Research Foundation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8CF5B4-26B7-4861-BC32-8A2E5422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4748B"/>
                </a:solidFill>
              </a:defRPr>
            </a:defPPr>
            <a:lvl1pPr algn="r">
              <a:defRPr sz="825" b="0">
                <a:solidFill>
                  <a:srgbClr val="64748B"/>
                </a:solidFill>
              </a:defRPr>
            </a:lvl1pPr>
            <a:lvl2pPr algn="r">
              <a:defRPr sz="825" b="0">
                <a:solidFill>
                  <a:srgbClr val="64748B"/>
                </a:solidFill>
              </a:defRPr>
            </a:lvl2pPr>
            <a:lvl3pPr algn="r">
              <a:defRPr sz="825" b="0">
                <a:solidFill>
                  <a:srgbClr val="64748B"/>
                </a:solidFill>
              </a:defRPr>
            </a:lvl3pPr>
            <a:lvl4pPr algn="r">
              <a:defRPr sz="825" b="0">
                <a:solidFill>
                  <a:srgbClr val="64748B"/>
                </a:solidFill>
              </a:defRPr>
            </a:lvl4pPr>
            <a:lvl5pPr algn="r">
              <a:defRPr sz="825" b="0">
                <a:solidFill>
                  <a:srgbClr val="64748B"/>
                </a:solidFill>
              </a:defRPr>
            </a:lvl5pPr>
            <a:lvl6pPr algn="r">
              <a:defRPr sz="825" b="0">
                <a:solidFill>
                  <a:srgbClr val="64748B"/>
                </a:solidFill>
              </a:defRPr>
            </a:lvl6pPr>
            <a:lvl7pPr algn="r">
              <a:defRPr sz="825" b="0">
                <a:solidFill>
                  <a:srgbClr val="64748B"/>
                </a:solidFill>
              </a:defRPr>
            </a:lvl7pPr>
            <a:lvl8pPr algn="r">
              <a:defRPr sz="825" b="0">
                <a:solidFill>
                  <a:srgbClr val="64748B"/>
                </a:solidFill>
              </a:defRPr>
            </a:lvl8pPr>
            <a:lvl9pPr algn="r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582350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9019A-22D7-4ACF-8F45-26B2B3A5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F766E"/>
                </a:solidFill>
              </a:defRPr>
            </a:defPPr>
            <a:lvl1pPr algn="l">
              <a:defRPr sz="900" b="1">
                <a:solidFill>
                  <a:srgbClr val="0F766E"/>
                </a:solidFill>
              </a:defRPr>
            </a:lvl1pPr>
            <a:lvl2pPr algn="l">
              <a:defRPr sz="900" b="1">
                <a:solidFill>
                  <a:srgbClr val="0F766E"/>
                </a:solidFill>
              </a:defRPr>
            </a:lvl2pPr>
            <a:lvl3pPr algn="l">
              <a:defRPr sz="900" b="1">
                <a:solidFill>
                  <a:srgbClr val="0F766E"/>
                </a:solidFill>
              </a:defRPr>
            </a:lvl3pPr>
            <a:lvl4pPr algn="l">
              <a:defRPr sz="900" b="1">
                <a:solidFill>
                  <a:srgbClr val="0F766E"/>
                </a:solidFill>
              </a:defRPr>
            </a:lvl4pPr>
            <a:lvl5pPr algn="l">
              <a:defRPr sz="900" b="1">
                <a:solidFill>
                  <a:srgbClr val="0F766E"/>
                </a:solidFill>
              </a:defRPr>
            </a:lvl5pPr>
            <a:lvl6pPr algn="l">
              <a:defRPr sz="900" b="1">
                <a:solidFill>
                  <a:srgbClr val="0F766E"/>
                </a:solidFill>
              </a:defRPr>
            </a:lvl6pPr>
            <a:lvl7pPr algn="l">
              <a:defRPr sz="900" b="1">
                <a:solidFill>
                  <a:srgbClr val="0F766E"/>
                </a:solidFill>
              </a:defRPr>
            </a:lvl7pPr>
            <a:lvl8pPr algn="l">
              <a:defRPr sz="900" b="1">
                <a:solidFill>
                  <a:srgbClr val="0F766E"/>
                </a:solidFill>
              </a:defRPr>
            </a:lvl8pPr>
            <a:lvl9pPr algn="l">
              <a:defRPr sz="9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XAI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E7021-3119-47B3-8714-9983686B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0F172A"/>
                </a:solidFill>
              </a:defRPr>
            </a:defPPr>
            <a:lvl1pPr algn="l">
              <a:defRPr sz="2850" b="1">
                <a:solidFill>
                  <a:srgbClr val="0F172A"/>
                </a:solidFill>
              </a:defRPr>
            </a:lvl1pPr>
            <a:lvl2pPr algn="l">
              <a:defRPr sz="2850" b="1">
                <a:solidFill>
                  <a:srgbClr val="0F172A"/>
                </a:solidFill>
              </a:defRPr>
            </a:lvl2pPr>
            <a:lvl3pPr algn="l">
              <a:defRPr sz="2850" b="1">
                <a:solidFill>
                  <a:srgbClr val="0F172A"/>
                </a:solidFill>
              </a:defRPr>
            </a:lvl3pPr>
            <a:lvl4pPr algn="l">
              <a:defRPr sz="2850" b="1">
                <a:solidFill>
                  <a:srgbClr val="0F172A"/>
                </a:solidFill>
              </a:defRPr>
            </a:lvl4pPr>
            <a:lvl5pPr algn="l">
              <a:defRPr sz="2850" b="1">
                <a:solidFill>
                  <a:srgbClr val="0F172A"/>
                </a:solidFill>
              </a:defRPr>
            </a:lvl5pPr>
            <a:lvl6pPr algn="l">
              <a:defRPr sz="2850" b="1">
                <a:solidFill>
                  <a:srgbClr val="0F172A"/>
                </a:solidFill>
              </a:defRPr>
            </a:lvl6pPr>
            <a:lvl7pPr algn="l">
              <a:defRPr sz="2850" b="1">
                <a:solidFill>
                  <a:srgbClr val="0F172A"/>
                </a:solidFill>
              </a:defRPr>
            </a:lvl7pPr>
            <a:lvl8pPr algn="l">
              <a:defRPr sz="2850" b="1">
                <a:solidFill>
                  <a:srgbClr val="0F172A"/>
                </a:solidFill>
              </a:defRPr>
            </a:lvl8pPr>
            <a:lvl9pPr algn="l">
              <a:defRPr sz="28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Sensor, temporal, local, and counterfactual evidence explain the 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AB54F-B64A-4EB6-84EC-2B3B70DA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</a:defRPr>
            </a:defPPr>
            <a:lvl1pPr algn="l">
              <a:defRPr sz="1350" b="0">
                <a:solidFill>
                  <a:srgbClr val="475569"/>
                </a:solidFill>
              </a:defRPr>
            </a:lvl1pPr>
            <a:lvl2pPr algn="l">
              <a:defRPr sz="1350" b="0">
                <a:solidFill>
                  <a:srgbClr val="475569"/>
                </a:solidFill>
              </a:defRPr>
            </a:lvl2pPr>
            <a:lvl3pPr algn="l">
              <a:defRPr sz="1350" b="0">
                <a:solidFill>
                  <a:srgbClr val="475569"/>
                </a:solidFill>
              </a:defRPr>
            </a:lvl3pPr>
            <a:lvl4pPr algn="l">
              <a:defRPr sz="1350" b="0">
                <a:solidFill>
                  <a:srgbClr val="475569"/>
                </a:solidFill>
              </a:defRPr>
            </a:lvl4pPr>
            <a:lvl5pPr algn="l">
              <a:defRPr sz="1350" b="0">
                <a:solidFill>
                  <a:srgbClr val="475569"/>
                </a:solidFill>
              </a:defRPr>
            </a:lvl5pPr>
            <a:lvl6pPr algn="l">
              <a:defRPr sz="1350" b="0">
                <a:solidFill>
                  <a:srgbClr val="475569"/>
                </a:solidFill>
              </a:defRPr>
            </a:lvl6pPr>
            <a:lvl7pPr algn="l">
              <a:defRPr sz="1350" b="0">
                <a:solidFill>
                  <a:srgbClr val="475569"/>
                </a:solidFill>
              </a:defRPr>
            </a:lvl7pPr>
            <a:lvl8pPr algn="l">
              <a:defRPr sz="1350" b="0">
                <a:solidFill>
                  <a:srgbClr val="475569"/>
                </a:solidFill>
              </a:defRPr>
            </a:lvl8pPr>
            <a:lvl9pPr algn="l">
              <a:defRPr sz="13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The project compares package-backed explainers with fast occlusion baselines.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D3B28-DCF0-4FA4-BFDF-503F8890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5048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3D2EB-6F56-49FF-908D-7E3CE34967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39ff936da484b"/>
          <a:stretch xmlns:a="http://schemas.openxmlformats.org/drawingml/2006/main"/>
        </p:blipFill>
        <p:spPr>
          <a:xfrm xmlns:a="http://schemas.openxmlformats.org/drawingml/2006/main">
            <a:off x="895350" y="2673517"/>
            <a:ext cx="4857750" cy="2863516"/>
          </a:xfrm>
          <a:prstGeom xmlns:a="http://schemas.openxmlformats.org/drawingml/2006/main" prst="roundRect">
            <a:avLst>
              <a:gd name="adj" fmla="val 193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AB2E9-618E-4B83-A292-14AF06CE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33650"/>
            <a:ext cx="4095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EF3F8-14C7-41EA-BA10-2BF00B6D50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70df69f71461f"/>
          <a:stretch xmlns:a="http://schemas.openxmlformats.org/drawingml/2006/main"/>
        </p:blipFill>
        <p:spPr>
          <a:xfrm xmlns:a="http://schemas.openxmlformats.org/drawingml/2006/main">
            <a:off x="6419850" y="2954254"/>
            <a:ext cx="3905250" cy="2302042"/>
          </a:xfrm>
          <a:prstGeom xmlns:a="http://schemas.openxmlformats.org/drawingml/2006/main" prst="roundRect">
            <a:avLst>
              <a:gd name="adj" fmla="val 193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59BE5-0E39-420E-9920-A424AA82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912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0F172A"/>
                </a:solidFill>
              </a:defRPr>
            </a:defPPr>
            <a:lvl1pPr algn="l">
              <a:defRPr sz="1050" b="0">
                <a:solidFill>
                  <a:srgbClr val="0F172A"/>
                </a:solidFill>
              </a:defRPr>
            </a:lvl1pPr>
            <a:lvl2pPr algn="l">
              <a:defRPr sz="1050" b="0">
                <a:solidFill>
                  <a:srgbClr val="0F172A"/>
                </a:solidFill>
              </a:defRPr>
            </a:lvl2pPr>
            <a:lvl3pPr algn="l">
              <a:defRPr sz="1050" b="0">
                <a:solidFill>
                  <a:srgbClr val="0F172A"/>
                </a:solidFill>
              </a:defRPr>
            </a:lvl3pPr>
            <a:lvl4pPr algn="l">
              <a:defRPr sz="1050" b="0">
                <a:solidFill>
                  <a:srgbClr val="0F172A"/>
                </a:solidFill>
              </a:defRPr>
            </a:lvl4pPr>
            <a:lvl5pPr algn="l">
              <a:defRPr sz="1050" b="0">
                <a:solidFill>
                  <a:srgbClr val="0F172A"/>
                </a:solidFill>
              </a:defRPr>
            </a:lvl5pPr>
            <a:lvl6pPr algn="l">
              <a:defRPr sz="1050" b="0">
                <a:solidFill>
                  <a:srgbClr val="0F172A"/>
                </a:solidFill>
              </a:defRPr>
            </a:lvl6pPr>
            <a:lvl7pPr algn="l">
              <a:defRPr sz="1050" b="0">
                <a:solidFill>
                  <a:srgbClr val="0F172A"/>
                </a:solidFill>
              </a:defRPr>
            </a:lvl7pPr>
            <a:lvl8pPr algn="l">
              <a:defRPr sz="1050" b="0">
                <a:solidFill>
                  <a:srgbClr val="0F172A"/>
                </a:solidFill>
              </a:defRPr>
            </a:lvl8pPr>
            <a:lvl9pPr algn="l">
              <a:defRPr sz="105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Methods: SHAP, LIME, DiCE, sensor occlusion, temporal occlusion, Integrated Gradients</a:t>
            </a:r>
          </a:p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Finding: recent cycles and dynamic sensors carry most useful evidence</a:t>
            </a:r>
          </a:p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Counterfactuals show higher-RUL sensor patterns for decision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8591A-6B6E-45DB-AAA7-055F810B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C-MAPSS XAI Research Foundation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39FF4-FC48-48C1-9B56-1717BBD7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4748B"/>
                </a:solidFill>
              </a:defRPr>
            </a:defPPr>
            <a:lvl1pPr algn="r">
              <a:defRPr sz="825" b="0">
                <a:solidFill>
                  <a:srgbClr val="64748B"/>
                </a:solidFill>
              </a:defRPr>
            </a:lvl1pPr>
            <a:lvl2pPr algn="r">
              <a:defRPr sz="825" b="0">
                <a:solidFill>
                  <a:srgbClr val="64748B"/>
                </a:solidFill>
              </a:defRPr>
            </a:lvl2pPr>
            <a:lvl3pPr algn="r">
              <a:defRPr sz="825" b="0">
                <a:solidFill>
                  <a:srgbClr val="64748B"/>
                </a:solidFill>
              </a:defRPr>
            </a:lvl3pPr>
            <a:lvl4pPr algn="r">
              <a:defRPr sz="825" b="0">
                <a:solidFill>
                  <a:srgbClr val="64748B"/>
                </a:solidFill>
              </a:defRPr>
            </a:lvl4pPr>
            <a:lvl5pPr algn="r">
              <a:defRPr sz="825" b="0">
                <a:solidFill>
                  <a:srgbClr val="64748B"/>
                </a:solidFill>
              </a:defRPr>
            </a:lvl5pPr>
            <a:lvl6pPr algn="r">
              <a:defRPr sz="825" b="0">
                <a:solidFill>
                  <a:srgbClr val="64748B"/>
                </a:solidFill>
              </a:defRPr>
            </a:lvl6pPr>
            <a:lvl7pPr algn="r">
              <a:defRPr sz="825" b="0">
                <a:solidFill>
                  <a:srgbClr val="64748B"/>
                </a:solidFill>
              </a:defRPr>
            </a:lvl7pPr>
            <a:lvl8pPr algn="r">
              <a:defRPr sz="825" b="0">
                <a:solidFill>
                  <a:srgbClr val="64748B"/>
                </a:solidFill>
              </a:defRPr>
            </a:lvl8pPr>
            <a:lvl9pPr algn="r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681865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00959E-D415-4098-9825-C8322828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F766E"/>
                </a:solidFill>
              </a:defRPr>
            </a:defPPr>
            <a:lvl1pPr algn="l">
              <a:defRPr sz="900" b="1">
                <a:solidFill>
                  <a:srgbClr val="0F766E"/>
                </a:solidFill>
              </a:defRPr>
            </a:lvl1pPr>
            <a:lvl2pPr algn="l">
              <a:defRPr sz="900" b="1">
                <a:solidFill>
                  <a:srgbClr val="0F766E"/>
                </a:solidFill>
              </a:defRPr>
            </a:lvl2pPr>
            <a:lvl3pPr algn="l">
              <a:defRPr sz="900" b="1">
                <a:solidFill>
                  <a:srgbClr val="0F766E"/>
                </a:solidFill>
              </a:defRPr>
            </a:lvl3pPr>
            <a:lvl4pPr algn="l">
              <a:defRPr sz="900" b="1">
                <a:solidFill>
                  <a:srgbClr val="0F766E"/>
                </a:solidFill>
              </a:defRPr>
            </a:lvl4pPr>
            <a:lvl5pPr algn="l">
              <a:defRPr sz="900" b="1">
                <a:solidFill>
                  <a:srgbClr val="0F766E"/>
                </a:solidFill>
              </a:defRPr>
            </a:lvl5pPr>
            <a:lvl6pPr algn="l">
              <a:defRPr sz="900" b="1">
                <a:solidFill>
                  <a:srgbClr val="0F766E"/>
                </a:solidFill>
              </a:defRPr>
            </a:lvl6pPr>
            <a:lvl7pPr algn="l">
              <a:defRPr sz="900" b="1">
                <a:solidFill>
                  <a:srgbClr val="0F766E"/>
                </a:solidFill>
              </a:defRPr>
            </a:lvl7pPr>
            <a:lvl8pPr algn="l">
              <a:defRPr sz="900" b="1">
                <a:solidFill>
                  <a:srgbClr val="0F766E"/>
                </a:solidFill>
              </a:defRPr>
            </a:lvl8pPr>
            <a:lvl9pPr algn="l">
              <a:defRPr sz="9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EXPLANATION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8CD74-30B5-4D2C-B76A-7D3F43D7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0F172A"/>
                </a:solidFill>
              </a:defRPr>
            </a:defPPr>
            <a:lvl1pPr algn="l">
              <a:defRPr sz="2850" b="1">
                <a:solidFill>
                  <a:srgbClr val="0F172A"/>
                </a:solidFill>
              </a:defRPr>
            </a:lvl1pPr>
            <a:lvl2pPr algn="l">
              <a:defRPr sz="2850" b="1">
                <a:solidFill>
                  <a:srgbClr val="0F172A"/>
                </a:solidFill>
              </a:defRPr>
            </a:lvl2pPr>
            <a:lvl3pPr algn="l">
              <a:defRPr sz="2850" b="1">
                <a:solidFill>
                  <a:srgbClr val="0F172A"/>
                </a:solidFill>
              </a:defRPr>
            </a:lvl3pPr>
            <a:lvl4pPr algn="l">
              <a:defRPr sz="2850" b="1">
                <a:solidFill>
                  <a:srgbClr val="0F172A"/>
                </a:solidFill>
              </a:defRPr>
            </a:lvl4pPr>
            <a:lvl5pPr algn="l">
              <a:defRPr sz="2850" b="1">
                <a:solidFill>
                  <a:srgbClr val="0F172A"/>
                </a:solidFill>
              </a:defRPr>
            </a:lvl5pPr>
            <a:lvl6pPr algn="l">
              <a:defRPr sz="2850" b="1">
                <a:solidFill>
                  <a:srgbClr val="0F172A"/>
                </a:solidFill>
              </a:defRPr>
            </a:lvl6pPr>
            <a:lvl7pPr algn="l">
              <a:defRPr sz="2850" b="1">
                <a:solidFill>
                  <a:srgbClr val="0F172A"/>
                </a:solidFill>
              </a:defRPr>
            </a:lvl7pPr>
            <a:lvl8pPr algn="l">
              <a:defRPr sz="2850" b="1">
                <a:solidFill>
                  <a:srgbClr val="0F172A"/>
                </a:solidFill>
              </a:defRPr>
            </a:lvl8pPr>
            <a:lvl9pPr algn="l">
              <a:defRPr sz="28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The report measures explanation reliability instead of showing plots only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103F3-62DA-45D0-AA01-937A4BD8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</a:defRPr>
            </a:defPPr>
            <a:lvl1pPr algn="l">
              <a:defRPr sz="1350" b="0">
                <a:solidFill>
                  <a:srgbClr val="475569"/>
                </a:solidFill>
              </a:defRPr>
            </a:lvl1pPr>
            <a:lvl2pPr algn="l">
              <a:defRPr sz="1350" b="0">
                <a:solidFill>
                  <a:srgbClr val="475569"/>
                </a:solidFill>
              </a:defRPr>
            </a:lvl2pPr>
            <a:lvl3pPr algn="l">
              <a:defRPr sz="1350" b="0">
                <a:solidFill>
                  <a:srgbClr val="475569"/>
                </a:solidFill>
              </a:defRPr>
            </a:lvl3pPr>
            <a:lvl4pPr algn="l">
              <a:defRPr sz="1350" b="0">
                <a:solidFill>
                  <a:srgbClr val="475569"/>
                </a:solidFill>
              </a:defRPr>
            </a:lvl4pPr>
            <a:lvl5pPr algn="l">
              <a:defRPr sz="1350" b="0">
                <a:solidFill>
                  <a:srgbClr val="475569"/>
                </a:solidFill>
              </a:defRPr>
            </a:lvl5pPr>
            <a:lvl6pPr algn="l">
              <a:defRPr sz="1350" b="0">
                <a:solidFill>
                  <a:srgbClr val="475569"/>
                </a:solidFill>
              </a:defRPr>
            </a:lvl6pPr>
            <a:lvl7pPr algn="l">
              <a:defRPr sz="1350" b="0">
                <a:solidFill>
                  <a:srgbClr val="475569"/>
                </a:solidFill>
              </a:defRPr>
            </a:lvl7pPr>
            <a:lvl8pPr algn="l">
              <a:defRPr sz="1350" b="0">
                <a:solidFill>
                  <a:srgbClr val="475569"/>
                </a:solidFill>
              </a:defRPr>
            </a:lvl8pPr>
            <a:lvl9pPr algn="l">
              <a:defRPr sz="13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Fast occlusion gives practical coverage; package-backed explainers provide complementary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1174D-EB00-4905-9241-95569AFC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4095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CCF74-02AE-45F2-A077-A49830E9CB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cb907628143bc"/>
          <a:stretch xmlns:a="http://schemas.openxmlformats.org/drawingml/2006/main"/>
        </p:blipFill>
        <p:spPr>
          <a:xfrm xmlns:a="http://schemas.openxmlformats.org/drawingml/2006/main">
            <a:off x="838200" y="2987386"/>
            <a:ext cx="3905250" cy="1988127"/>
          </a:xfrm>
          <a:prstGeom xmlns:a="http://schemas.openxmlformats.org/drawingml/2006/main" prst="roundRect">
            <a:avLst>
              <a:gd name="adj" fmla="val 2143"/>
            </a:avLst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FA365D7-7E5B-43A3-9618-DF595BE55073}"/>
              </a:ext>
            </a:extLst>
          </p:cNvPr>
          <p:cNvGraphicFramePr/>
          <p:nvPr/>
        </p:nvGraphicFramePr>
        <p:xfrm>
          <a:off xmlns:a="http://schemas.openxmlformats.org/drawingml/2006/main" x="5429250" y="2686050"/>
          <a:ext xmlns:a="http://schemas.openxmlformats.org/drawingml/2006/main" cx="552450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d20ae5f649430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A1AD7-F65D-4D76-A65D-3EA09BCC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34000"/>
            <a:ext cx="1714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E43BB-6F66-4017-8B56-1EE9014A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4864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Faithfulness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8B915-1B1F-4B52-A4D8-B31037E7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12.430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07C80-98CE-4794-B57B-52E0BF41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1150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475569"/>
                </a:solidFill>
              </a:defRPr>
            </a:defPPr>
            <a:lvl1pPr algn="l">
              <a:defRPr sz="975" b="0">
                <a:solidFill>
                  <a:srgbClr val="475569"/>
                </a:solidFill>
              </a:defRPr>
            </a:lvl1pPr>
            <a:lvl2pPr algn="l">
              <a:defRPr sz="975" b="0">
                <a:solidFill>
                  <a:srgbClr val="475569"/>
                </a:solidFill>
              </a:defRPr>
            </a:lvl2pPr>
            <a:lvl3pPr algn="l">
              <a:defRPr sz="975" b="0">
                <a:solidFill>
                  <a:srgbClr val="475569"/>
                </a:solidFill>
              </a:defRPr>
            </a:lvl3pPr>
            <a:lvl4pPr algn="l">
              <a:defRPr sz="975" b="0">
                <a:solidFill>
                  <a:srgbClr val="475569"/>
                </a:solidFill>
              </a:defRPr>
            </a:lvl4pPr>
            <a:lvl5pPr algn="l">
              <a:defRPr sz="975" b="0">
                <a:solidFill>
                  <a:srgbClr val="475569"/>
                </a:solidFill>
              </a:defRPr>
            </a:lvl5pPr>
            <a:lvl6pPr algn="l">
              <a:defRPr sz="975" b="0">
                <a:solidFill>
                  <a:srgbClr val="475569"/>
                </a:solidFill>
              </a:defRPr>
            </a:lvl6pPr>
            <a:lvl7pPr algn="l">
              <a:defRPr sz="975" b="0">
                <a:solidFill>
                  <a:srgbClr val="475569"/>
                </a:solidFill>
              </a:defRPr>
            </a:lvl7pPr>
            <a:lvl8pPr algn="l">
              <a:defRPr sz="975" b="0">
                <a:solidFill>
                  <a:srgbClr val="475569"/>
                </a:solidFill>
              </a:defRPr>
            </a:lvl8pPr>
            <a:lvl9pPr algn="l">
              <a:defRPr sz="97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Deletion delta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B93CE-6680-4358-88AD-CAA17413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34000"/>
            <a:ext cx="1714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0E7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BF755-7C4A-401E-8C40-82485EF1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4864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Robustness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F92CF-0A75-485A-8FEC-C48F2962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7340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0.995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FA93A6-CA03-4CE5-BA80-59B9F88F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1150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475569"/>
                </a:solidFill>
              </a:defRPr>
            </a:defPPr>
            <a:lvl1pPr algn="l">
              <a:defRPr sz="975" b="0">
                <a:solidFill>
                  <a:srgbClr val="475569"/>
                </a:solidFill>
              </a:defRPr>
            </a:lvl1pPr>
            <a:lvl2pPr algn="l">
              <a:defRPr sz="975" b="0">
                <a:solidFill>
                  <a:srgbClr val="475569"/>
                </a:solidFill>
              </a:defRPr>
            </a:lvl2pPr>
            <a:lvl3pPr algn="l">
              <a:defRPr sz="975" b="0">
                <a:solidFill>
                  <a:srgbClr val="475569"/>
                </a:solidFill>
              </a:defRPr>
            </a:lvl3pPr>
            <a:lvl4pPr algn="l">
              <a:defRPr sz="975" b="0">
                <a:solidFill>
                  <a:srgbClr val="475569"/>
                </a:solidFill>
              </a:defRPr>
            </a:lvl4pPr>
            <a:lvl5pPr algn="l">
              <a:defRPr sz="975" b="0">
                <a:solidFill>
                  <a:srgbClr val="475569"/>
                </a:solidFill>
              </a:defRPr>
            </a:lvl5pPr>
            <a:lvl6pPr algn="l">
              <a:defRPr sz="975" b="0">
                <a:solidFill>
                  <a:srgbClr val="475569"/>
                </a:solidFill>
              </a:defRPr>
            </a:lvl6pPr>
            <a:lvl7pPr algn="l">
              <a:defRPr sz="975" b="0">
                <a:solidFill>
                  <a:srgbClr val="475569"/>
                </a:solidFill>
              </a:defRPr>
            </a:lvl7pPr>
            <a:lvl8pPr algn="l">
              <a:defRPr sz="975" b="0">
                <a:solidFill>
                  <a:srgbClr val="475569"/>
                </a:solidFill>
              </a:defRPr>
            </a:lvl8pPr>
            <a:lvl9pPr algn="l">
              <a:defRPr sz="97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Noise cosine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5746FB-568B-41D1-92B2-63F8C349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34000"/>
            <a:ext cx="1714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7D69A-6B17-4B21-BDD3-7CC119F5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4864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Consistency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26DD90-9F92-4D67-9CCF-AC2CD85B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7340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0.831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3CEE20-3E92-48A6-A83D-0DD9578C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1150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475569"/>
                </a:solidFill>
              </a:defRPr>
            </a:defPPr>
            <a:lvl1pPr algn="l">
              <a:defRPr sz="975" b="0">
                <a:solidFill>
                  <a:srgbClr val="475569"/>
                </a:solidFill>
              </a:defRPr>
            </a:lvl1pPr>
            <a:lvl2pPr algn="l">
              <a:defRPr sz="975" b="0">
                <a:solidFill>
                  <a:srgbClr val="475569"/>
                </a:solidFill>
              </a:defRPr>
            </a:lvl2pPr>
            <a:lvl3pPr algn="l">
              <a:defRPr sz="975" b="0">
                <a:solidFill>
                  <a:srgbClr val="475569"/>
                </a:solidFill>
              </a:defRPr>
            </a:lvl3pPr>
            <a:lvl4pPr algn="l">
              <a:defRPr sz="975" b="0">
                <a:solidFill>
                  <a:srgbClr val="475569"/>
                </a:solidFill>
              </a:defRPr>
            </a:lvl4pPr>
            <a:lvl5pPr algn="l">
              <a:defRPr sz="975" b="0">
                <a:solidFill>
                  <a:srgbClr val="475569"/>
                </a:solidFill>
              </a:defRPr>
            </a:lvl5pPr>
            <a:lvl6pPr algn="l">
              <a:defRPr sz="975" b="0">
                <a:solidFill>
                  <a:srgbClr val="475569"/>
                </a:solidFill>
              </a:defRPr>
            </a:lvl6pPr>
            <a:lvl7pPr algn="l">
              <a:defRPr sz="975" b="0">
                <a:solidFill>
                  <a:srgbClr val="475569"/>
                </a:solidFill>
              </a:defRPr>
            </a:lvl7pPr>
            <a:lvl8pPr algn="l">
              <a:defRPr sz="975" b="0">
                <a:solidFill>
                  <a:srgbClr val="475569"/>
                </a:solidFill>
              </a:defRPr>
            </a:lvl8pPr>
            <a:lvl9pPr algn="l">
              <a:defRPr sz="97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Occlusion vs LIME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51D0D7-56A3-4EB0-85C5-DE75A6C9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C-MAPSS XAI Research Foundation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DD4C99-CD5F-4313-9634-0C1D6DA7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4748B"/>
                </a:solidFill>
              </a:defRPr>
            </a:defPPr>
            <a:lvl1pPr algn="r">
              <a:defRPr sz="825" b="0">
                <a:solidFill>
                  <a:srgbClr val="64748B"/>
                </a:solidFill>
              </a:defRPr>
            </a:lvl1pPr>
            <a:lvl2pPr algn="r">
              <a:defRPr sz="825" b="0">
                <a:solidFill>
                  <a:srgbClr val="64748B"/>
                </a:solidFill>
              </a:defRPr>
            </a:lvl2pPr>
            <a:lvl3pPr algn="r">
              <a:defRPr sz="825" b="0">
                <a:solidFill>
                  <a:srgbClr val="64748B"/>
                </a:solidFill>
              </a:defRPr>
            </a:lvl3pPr>
            <a:lvl4pPr algn="r">
              <a:defRPr sz="825" b="0">
                <a:solidFill>
                  <a:srgbClr val="64748B"/>
                </a:solidFill>
              </a:defRPr>
            </a:lvl4pPr>
            <a:lvl5pPr algn="r">
              <a:defRPr sz="825" b="0">
                <a:solidFill>
                  <a:srgbClr val="64748B"/>
                </a:solidFill>
              </a:defRPr>
            </a:lvl5pPr>
            <a:lvl6pPr algn="r">
              <a:defRPr sz="825" b="0">
                <a:solidFill>
                  <a:srgbClr val="64748B"/>
                </a:solidFill>
              </a:defRPr>
            </a:lvl6pPr>
            <a:lvl7pPr algn="r">
              <a:defRPr sz="825" b="0">
                <a:solidFill>
                  <a:srgbClr val="64748B"/>
                </a:solidFill>
              </a:defRPr>
            </a:lvl7pPr>
            <a:lvl8pPr algn="r">
              <a:defRPr sz="825" b="0">
                <a:solidFill>
                  <a:srgbClr val="64748B"/>
                </a:solidFill>
              </a:defRPr>
            </a:lvl8pPr>
            <a:lvl9pPr algn="r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912179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6304B5-D196-4830-9EB4-794096E4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F766E"/>
                </a:solidFill>
              </a:defRPr>
            </a:defPPr>
            <a:lvl1pPr algn="l">
              <a:defRPr sz="900" b="1">
                <a:solidFill>
                  <a:srgbClr val="0F766E"/>
                </a:solidFill>
              </a:defRPr>
            </a:lvl1pPr>
            <a:lvl2pPr algn="l">
              <a:defRPr sz="900" b="1">
                <a:solidFill>
                  <a:srgbClr val="0F766E"/>
                </a:solidFill>
              </a:defRPr>
            </a:lvl2pPr>
            <a:lvl3pPr algn="l">
              <a:defRPr sz="900" b="1">
                <a:solidFill>
                  <a:srgbClr val="0F766E"/>
                </a:solidFill>
              </a:defRPr>
            </a:lvl3pPr>
            <a:lvl4pPr algn="l">
              <a:defRPr sz="900" b="1">
                <a:solidFill>
                  <a:srgbClr val="0F766E"/>
                </a:solidFill>
              </a:defRPr>
            </a:lvl4pPr>
            <a:lvl5pPr algn="l">
              <a:defRPr sz="900" b="1">
                <a:solidFill>
                  <a:srgbClr val="0F766E"/>
                </a:solidFill>
              </a:defRPr>
            </a:lvl5pPr>
            <a:lvl6pPr algn="l">
              <a:defRPr sz="900" b="1">
                <a:solidFill>
                  <a:srgbClr val="0F766E"/>
                </a:solidFill>
              </a:defRPr>
            </a:lvl6pPr>
            <a:lvl7pPr algn="l">
              <a:defRPr sz="900" b="1">
                <a:solidFill>
                  <a:srgbClr val="0F766E"/>
                </a:solidFill>
              </a:defRPr>
            </a:lvl7pPr>
            <a:lvl8pPr algn="l">
              <a:defRPr sz="900" b="1">
                <a:solidFill>
                  <a:srgbClr val="0F766E"/>
                </a:solidFill>
              </a:defRPr>
            </a:lvl8pPr>
            <a:lvl9pPr algn="l">
              <a:defRPr sz="9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DECISION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8F1ED-FD07-43F2-9BA6-71435336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0F172A"/>
                </a:solidFill>
              </a:defRPr>
            </a:defPPr>
            <a:lvl1pPr algn="l">
              <a:defRPr sz="2850" b="1">
                <a:solidFill>
                  <a:srgbClr val="0F172A"/>
                </a:solidFill>
              </a:defRPr>
            </a:lvl1pPr>
            <a:lvl2pPr algn="l">
              <a:defRPr sz="2850" b="1">
                <a:solidFill>
                  <a:srgbClr val="0F172A"/>
                </a:solidFill>
              </a:defRPr>
            </a:lvl2pPr>
            <a:lvl3pPr algn="l">
              <a:defRPr sz="2850" b="1">
                <a:solidFill>
                  <a:srgbClr val="0F172A"/>
                </a:solidFill>
              </a:defRPr>
            </a:lvl3pPr>
            <a:lvl4pPr algn="l">
              <a:defRPr sz="2850" b="1">
                <a:solidFill>
                  <a:srgbClr val="0F172A"/>
                </a:solidFill>
              </a:defRPr>
            </a:lvl4pPr>
            <a:lvl5pPr algn="l">
              <a:defRPr sz="2850" b="1">
                <a:solidFill>
                  <a:srgbClr val="0F172A"/>
                </a:solidFill>
              </a:defRPr>
            </a:lvl5pPr>
            <a:lvl6pPr algn="l">
              <a:defRPr sz="2850" b="1">
                <a:solidFill>
                  <a:srgbClr val="0F172A"/>
                </a:solidFill>
              </a:defRPr>
            </a:lvl6pPr>
            <a:lvl7pPr algn="l">
              <a:defRPr sz="2850" b="1">
                <a:solidFill>
                  <a:srgbClr val="0F172A"/>
                </a:solidFill>
              </a:defRPr>
            </a:lvl7pPr>
            <a:lvl8pPr algn="l">
              <a:defRPr sz="2850" b="1">
                <a:solidFill>
                  <a:srgbClr val="0F172A"/>
                </a:solidFill>
              </a:defRPr>
            </a:lvl8pPr>
            <a:lvl9pPr algn="l">
              <a:defRPr sz="28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High-risk ranking supports maintenance prioritization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C0EA6-20F5-4739-85D4-878943F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</a:defRPr>
            </a:defPPr>
            <a:lvl1pPr algn="l">
              <a:defRPr sz="1350" b="0">
                <a:solidFill>
                  <a:srgbClr val="475569"/>
                </a:solidFill>
              </a:defRPr>
            </a:lvl1pPr>
            <a:lvl2pPr algn="l">
              <a:defRPr sz="1350" b="0">
                <a:solidFill>
                  <a:srgbClr val="475569"/>
                </a:solidFill>
              </a:defRPr>
            </a:lvl2pPr>
            <a:lvl3pPr algn="l">
              <a:defRPr sz="1350" b="0">
                <a:solidFill>
                  <a:srgbClr val="475569"/>
                </a:solidFill>
              </a:defRPr>
            </a:lvl3pPr>
            <a:lvl4pPr algn="l">
              <a:defRPr sz="1350" b="0">
                <a:solidFill>
                  <a:srgbClr val="475569"/>
                </a:solidFill>
              </a:defRPr>
            </a:lvl4pPr>
            <a:lvl5pPr algn="l">
              <a:defRPr sz="1350" b="0">
                <a:solidFill>
                  <a:srgbClr val="475569"/>
                </a:solidFill>
              </a:defRPr>
            </a:lvl5pPr>
            <a:lvl6pPr algn="l">
              <a:defRPr sz="1350" b="0">
                <a:solidFill>
                  <a:srgbClr val="475569"/>
                </a:solidFill>
              </a:defRPr>
            </a:lvl6pPr>
            <a:lvl7pPr algn="l">
              <a:defRPr sz="1350" b="0">
                <a:solidFill>
                  <a:srgbClr val="475569"/>
                </a:solidFill>
              </a:defRPr>
            </a:lvl7pPr>
            <a:lvl8pPr algn="l">
              <a:defRPr sz="1350" b="0">
                <a:solidFill>
                  <a:srgbClr val="475569"/>
                </a:solidFill>
              </a:defRPr>
            </a:lvl8pPr>
            <a:lvl9pPr algn="l">
              <a:defRPr sz="13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Threshold-free PR and ROC evidence backs the advisor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05427-AC56-4BAA-982E-9917176E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01025-1DA6-4205-9775-87FC71412A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eca02a6d64408"/>
          <a:stretch xmlns:a="http://schemas.openxmlformats.org/drawingml/2006/main"/>
        </p:blipFill>
        <p:spPr>
          <a:xfrm xmlns:a="http://schemas.openxmlformats.org/drawingml/2006/main">
            <a:off x="986482" y="2647950"/>
            <a:ext cx="4103987" cy="2667000"/>
          </a:xfrm>
          <a:prstGeom xmlns:a="http://schemas.openxmlformats.org/drawingml/2006/main" prst="roundRect">
            <a:avLst>
              <a:gd name="adj" fmla="val 214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CC54F-2998-451D-ADCB-610F1600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52700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1017D-F5F7-40F1-9123-850BBB9CAA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9049aab7c4d85"/>
          <a:stretch xmlns:a="http://schemas.openxmlformats.org/drawingml/2006/main"/>
        </p:blipFill>
        <p:spPr>
          <a:xfrm xmlns:a="http://schemas.openxmlformats.org/drawingml/2006/main">
            <a:off x="5939482" y="2647950"/>
            <a:ext cx="4103987" cy="2667000"/>
          </a:xfrm>
          <a:prstGeom xmlns:a="http://schemas.openxmlformats.org/drawingml/2006/main" prst="roundRect">
            <a:avLst>
              <a:gd name="adj" fmla="val 214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9868A-A05F-483B-8AB8-1CDCE68A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00700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A5163-7CFC-48B0-B359-6501B00B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959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Average precision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29426-352F-45C9-AF9B-F6733927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8645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F172A"/>
                </a:solidFill>
              </a:defRPr>
            </a:defPPr>
            <a:lvl1pPr algn="l">
              <a:defRPr sz="1800" b="1">
                <a:solidFill>
                  <a:srgbClr val="0F172A"/>
                </a:solidFill>
              </a:defRPr>
            </a:lvl1pPr>
            <a:lvl2pPr algn="l">
              <a:defRPr sz="1800" b="1">
                <a:solidFill>
                  <a:srgbClr val="0F172A"/>
                </a:solidFill>
              </a:defRPr>
            </a:lvl2pPr>
            <a:lvl3pPr algn="l">
              <a:defRPr sz="1800" b="1">
                <a:solidFill>
                  <a:srgbClr val="0F172A"/>
                </a:solidFill>
              </a:defRPr>
            </a:lvl3pPr>
            <a:lvl4pPr algn="l">
              <a:defRPr sz="1800" b="1">
                <a:solidFill>
                  <a:srgbClr val="0F172A"/>
                </a:solidFill>
              </a:defRPr>
            </a:lvl4pPr>
            <a:lvl5pPr algn="l">
              <a:defRPr sz="1800" b="1">
                <a:solidFill>
                  <a:srgbClr val="0F172A"/>
                </a:solidFill>
              </a:defRPr>
            </a:lvl5pPr>
            <a:lvl6pPr algn="l">
              <a:defRPr sz="1800" b="1">
                <a:solidFill>
                  <a:srgbClr val="0F172A"/>
                </a:solidFill>
              </a:defRPr>
            </a:lvl6pPr>
            <a:lvl7pPr algn="l">
              <a:defRPr sz="1800" b="1">
                <a:solidFill>
                  <a:srgbClr val="0F172A"/>
                </a:solidFill>
              </a:defRPr>
            </a:lvl7pPr>
            <a:lvl8pPr algn="l">
              <a:defRPr sz="1800" b="1">
                <a:solidFill>
                  <a:srgbClr val="0F172A"/>
                </a:solidFill>
              </a:defRPr>
            </a:lvl8pPr>
            <a:lvl9pPr algn="l">
              <a:defRPr sz="18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0.873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CFCD19-33ED-4BD5-AC04-1AB36471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53150"/>
            <a:ext cx="1885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475569"/>
                </a:solidFill>
              </a:defRPr>
            </a:defPPr>
            <a:lvl1pPr algn="l">
              <a:defRPr sz="825" b="0">
                <a:solidFill>
                  <a:srgbClr val="475569"/>
                </a:solidFill>
              </a:defRPr>
            </a:lvl1pPr>
            <a:lvl2pPr algn="l">
              <a:defRPr sz="825" b="0">
                <a:solidFill>
                  <a:srgbClr val="475569"/>
                </a:solidFill>
              </a:defRPr>
            </a:lvl2pPr>
            <a:lvl3pPr algn="l">
              <a:defRPr sz="825" b="0">
                <a:solidFill>
                  <a:srgbClr val="475569"/>
                </a:solidFill>
              </a:defRPr>
            </a:lvl3pPr>
            <a:lvl4pPr algn="l">
              <a:defRPr sz="825" b="0">
                <a:solidFill>
                  <a:srgbClr val="475569"/>
                </a:solidFill>
              </a:defRPr>
            </a:lvl4pPr>
            <a:lvl5pPr algn="l">
              <a:defRPr sz="825" b="0">
                <a:solidFill>
                  <a:srgbClr val="475569"/>
                </a:solidFill>
              </a:defRPr>
            </a:lvl5pPr>
            <a:lvl6pPr algn="l">
              <a:defRPr sz="825" b="0">
                <a:solidFill>
                  <a:srgbClr val="475569"/>
                </a:solidFill>
              </a:defRPr>
            </a:lvl6pPr>
            <a:lvl7pPr algn="l">
              <a:defRPr sz="825" b="0">
                <a:solidFill>
                  <a:srgbClr val="475569"/>
                </a:solidFill>
              </a:defRPr>
            </a:lvl7pPr>
            <a:lvl8pPr algn="l">
              <a:defRPr sz="825" b="0">
                <a:solidFill>
                  <a:srgbClr val="475569"/>
                </a:solidFill>
              </a:defRPr>
            </a:lvl8pPr>
            <a:lvl9pPr algn="l">
              <a:defRPr sz="82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High-risk class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E81938-E566-4204-AE4A-E974A306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600700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0E7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C9963B-EF14-4F95-997D-A57F5ADA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959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ROC AUC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8B30D-AA87-4F1D-B9F6-A5972D7B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8645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F172A"/>
                </a:solidFill>
              </a:defRPr>
            </a:defPPr>
            <a:lvl1pPr algn="l">
              <a:defRPr sz="1800" b="1">
                <a:solidFill>
                  <a:srgbClr val="0F172A"/>
                </a:solidFill>
              </a:defRPr>
            </a:lvl1pPr>
            <a:lvl2pPr algn="l">
              <a:defRPr sz="1800" b="1">
                <a:solidFill>
                  <a:srgbClr val="0F172A"/>
                </a:solidFill>
              </a:defRPr>
            </a:lvl2pPr>
            <a:lvl3pPr algn="l">
              <a:defRPr sz="1800" b="1">
                <a:solidFill>
                  <a:srgbClr val="0F172A"/>
                </a:solidFill>
              </a:defRPr>
            </a:lvl3pPr>
            <a:lvl4pPr algn="l">
              <a:defRPr sz="1800" b="1">
                <a:solidFill>
                  <a:srgbClr val="0F172A"/>
                </a:solidFill>
              </a:defRPr>
            </a:lvl4pPr>
            <a:lvl5pPr algn="l">
              <a:defRPr sz="1800" b="1">
                <a:solidFill>
                  <a:srgbClr val="0F172A"/>
                </a:solidFill>
              </a:defRPr>
            </a:lvl5pPr>
            <a:lvl6pPr algn="l">
              <a:defRPr sz="1800" b="1">
                <a:solidFill>
                  <a:srgbClr val="0F172A"/>
                </a:solidFill>
              </a:defRPr>
            </a:lvl6pPr>
            <a:lvl7pPr algn="l">
              <a:defRPr sz="1800" b="1">
                <a:solidFill>
                  <a:srgbClr val="0F172A"/>
                </a:solidFill>
              </a:defRPr>
            </a:lvl7pPr>
            <a:lvl8pPr algn="l">
              <a:defRPr sz="1800" b="1">
                <a:solidFill>
                  <a:srgbClr val="0F172A"/>
                </a:solidFill>
              </a:defRPr>
            </a:lvl8pPr>
            <a:lvl9pPr algn="l">
              <a:defRPr sz="18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0.995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0BB2A-1A8A-441C-9A65-BC51D512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53150"/>
            <a:ext cx="1885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475569"/>
                </a:solidFill>
              </a:defRPr>
            </a:defPPr>
            <a:lvl1pPr algn="l">
              <a:defRPr sz="825" b="0">
                <a:solidFill>
                  <a:srgbClr val="475569"/>
                </a:solidFill>
              </a:defRPr>
            </a:lvl1pPr>
            <a:lvl2pPr algn="l">
              <a:defRPr sz="825" b="0">
                <a:solidFill>
                  <a:srgbClr val="475569"/>
                </a:solidFill>
              </a:defRPr>
            </a:lvl2pPr>
            <a:lvl3pPr algn="l">
              <a:defRPr sz="825" b="0">
                <a:solidFill>
                  <a:srgbClr val="475569"/>
                </a:solidFill>
              </a:defRPr>
            </a:lvl3pPr>
            <a:lvl4pPr algn="l">
              <a:defRPr sz="825" b="0">
                <a:solidFill>
                  <a:srgbClr val="475569"/>
                </a:solidFill>
              </a:defRPr>
            </a:lvl4pPr>
            <a:lvl5pPr algn="l">
              <a:defRPr sz="825" b="0">
                <a:solidFill>
                  <a:srgbClr val="475569"/>
                </a:solidFill>
              </a:defRPr>
            </a:lvl5pPr>
            <a:lvl6pPr algn="l">
              <a:defRPr sz="825" b="0">
                <a:solidFill>
                  <a:srgbClr val="475569"/>
                </a:solidFill>
              </a:defRPr>
            </a:lvl6pPr>
            <a:lvl7pPr algn="l">
              <a:defRPr sz="825" b="0">
                <a:solidFill>
                  <a:srgbClr val="475569"/>
                </a:solidFill>
              </a:defRPr>
            </a:lvl7pPr>
            <a:lvl8pPr algn="l">
              <a:defRPr sz="825" b="0">
                <a:solidFill>
                  <a:srgbClr val="475569"/>
                </a:solidFill>
              </a:defRPr>
            </a:lvl8pPr>
            <a:lvl9pPr algn="l">
              <a:defRPr sz="82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High-risk ranking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05297-AE79-41BC-A2C5-E69C1AD8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578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75569"/>
                </a:solidFill>
              </a:defRPr>
            </a:defPPr>
            <a:lvl1pPr algn="l">
              <a:defRPr sz="1125" b="0">
                <a:solidFill>
                  <a:srgbClr val="475569"/>
                </a:solidFill>
              </a:defRPr>
            </a:lvl1pPr>
            <a:lvl2pPr algn="l">
              <a:defRPr sz="1125" b="0">
                <a:solidFill>
                  <a:srgbClr val="475569"/>
                </a:solidFill>
              </a:defRPr>
            </a:lvl2pPr>
            <a:lvl3pPr algn="l">
              <a:defRPr sz="1125" b="0">
                <a:solidFill>
                  <a:srgbClr val="475569"/>
                </a:solidFill>
              </a:defRPr>
            </a:lvl3pPr>
            <a:lvl4pPr algn="l">
              <a:defRPr sz="1125" b="0">
                <a:solidFill>
                  <a:srgbClr val="475569"/>
                </a:solidFill>
              </a:defRPr>
            </a:lvl4pPr>
            <a:lvl5pPr algn="l">
              <a:defRPr sz="1125" b="0">
                <a:solidFill>
                  <a:srgbClr val="475569"/>
                </a:solidFill>
              </a:defRPr>
            </a:lvl5pPr>
            <a:lvl6pPr algn="l">
              <a:defRPr sz="1125" b="0">
                <a:solidFill>
                  <a:srgbClr val="475569"/>
                </a:solidFill>
              </a:defRPr>
            </a:lvl6pPr>
            <a:lvl7pPr algn="l">
              <a:defRPr sz="1125" b="0">
                <a:solidFill>
                  <a:srgbClr val="475569"/>
                </a:solidFill>
              </a:defRPr>
            </a:lvl7pPr>
            <a:lvl8pPr algn="l">
              <a:defRPr sz="1125" b="0">
                <a:solidFill>
                  <a:srgbClr val="475569"/>
                </a:solidFill>
              </a:defRPr>
            </a:lvl8pPr>
            <a:lvl9pPr algn="l">
              <a:defRPr sz="112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Confusion matrix omitted: fixed 30-cycle threshold gives F1 0.796, below the requested 0.80 inclusion rule.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9DC92-4A65-42A3-B17E-CF5B2E68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C-MAPSS XAI Research Foundation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B73628-CDE7-47B3-9600-BF674563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4748B"/>
                </a:solidFill>
              </a:defRPr>
            </a:defPPr>
            <a:lvl1pPr algn="r">
              <a:defRPr sz="825" b="0">
                <a:solidFill>
                  <a:srgbClr val="64748B"/>
                </a:solidFill>
              </a:defRPr>
            </a:lvl1pPr>
            <a:lvl2pPr algn="r">
              <a:defRPr sz="825" b="0">
                <a:solidFill>
                  <a:srgbClr val="64748B"/>
                </a:solidFill>
              </a:defRPr>
            </a:lvl2pPr>
            <a:lvl3pPr algn="r">
              <a:defRPr sz="825" b="0">
                <a:solidFill>
                  <a:srgbClr val="64748B"/>
                </a:solidFill>
              </a:defRPr>
            </a:lvl3pPr>
            <a:lvl4pPr algn="r">
              <a:defRPr sz="825" b="0">
                <a:solidFill>
                  <a:srgbClr val="64748B"/>
                </a:solidFill>
              </a:defRPr>
            </a:lvl4pPr>
            <a:lvl5pPr algn="r">
              <a:defRPr sz="825" b="0">
                <a:solidFill>
                  <a:srgbClr val="64748B"/>
                </a:solidFill>
              </a:defRPr>
            </a:lvl5pPr>
            <a:lvl6pPr algn="r">
              <a:defRPr sz="825" b="0">
                <a:solidFill>
                  <a:srgbClr val="64748B"/>
                </a:solidFill>
              </a:defRPr>
            </a:lvl6pPr>
            <a:lvl7pPr algn="r">
              <a:defRPr sz="825" b="0">
                <a:solidFill>
                  <a:srgbClr val="64748B"/>
                </a:solidFill>
              </a:defRPr>
            </a:lvl7pPr>
            <a:lvl8pPr algn="r">
              <a:defRPr sz="825" b="0">
                <a:solidFill>
                  <a:srgbClr val="64748B"/>
                </a:solidFill>
              </a:defRPr>
            </a:lvl8pPr>
            <a:lvl9pPr algn="r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14736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3D7D90-2177-4B5E-8BB8-4138067F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F766E"/>
                </a:solidFill>
              </a:defRPr>
            </a:defPPr>
            <a:lvl1pPr algn="l">
              <a:defRPr sz="900" b="1">
                <a:solidFill>
                  <a:srgbClr val="0F766E"/>
                </a:solidFill>
              </a:defRPr>
            </a:lvl1pPr>
            <a:lvl2pPr algn="l">
              <a:defRPr sz="900" b="1">
                <a:solidFill>
                  <a:srgbClr val="0F766E"/>
                </a:solidFill>
              </a:defRPr>
            </a:lvl2pPr>
            <a:lvl3pPr algn="l">
              <a:defRPr sz="900" b="1">
                <a:solidFill>
                  <a:srgbClr val="0F766E"/>
                </a:solidFill>
              </a:defRPr>
            </a:lvl3pPr>
            <a:lvl4pPr algn="l">
              <a:defRPr sz="900" b="1">
                <a:solidFill>
                  <a:srgbClr val="0F766E"/>
                </a:solidFill>
              </a:defRPr>
            </a:lvl4pPr>
            <a:lvl5pPr algn="l">
              <a:defRPr sz="900" b="1">
                <a:solidFill>
                  <a:srgbClr val="0F766E"/>
                </a:solidFill>
              </a:defRPr>
            </a:lvl5pPr>
            <a:lvl6pPr algn="l">
              <a:defRPr sz="900" b="1">
                <a:solidFill>
                  <a:srgbClr val="0F766E"/>
                </a:solidFill>
              </a:defRPr>
            </a:lvl6pPr>
            <a:lvl7pPr algn="l">
              <a:defRPr sz="900" b="1">
                <a:solidFill>
                  <a:srgbClr val="0F766E"/>
                </a:solidFill>
              </a:defRPr>
            </a:lvl7pPr>
            <a:lvl8pPr algn="l">
              <a:defRPr sz="900" b="1">
                <a:solidFill>
                  <a:srgbClr val="0F766E"/>
                </a:solidFill>
              </a:defRPr>
            </a:lvl8pPr>
            <a:lvl9pPr algn="l">
              <a:defRPr sz="9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UNCERTAINTY AND SUBGROUP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3213C-7117-407C-B116-11D94FCA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0F172A"/>
                </a:solidFill>
              </a:defRPr>
            </a:defPPr>
            <a:lvl1pPr algn="l">
              <a:defRPr sz="2850" b="1">
                <a:solidFill>
                  <a:srgbClr val="0F172A"/>
                </a:solidFill>
              </a:defRPr>
            </a:lvl1pPr>
            <a:lvl2pPr algn="l">
              <a:defRPr sz="2850" b="1">
                <a:solidFill>
                  <a:srgbClr val="0F172A"/>
                </a:solidFill>
              </a:defRPr>
            </a:lvl2pPr>
            <a:lvl3pPr algn="l">
              <a:defRPr sz="2850" b="1">
                <a:solidFill>
                  <a:srgbClr val="0F172A"/>
                </a:solidFill>
              </a:defRPr>
            </a:lvl3pPr>
            <a:lvl4pPr algn="l">
              <a:defRPr sz="2850" b="1">
                <a:solidFill>
                  <a:srgbClr val="0F172A"/>
                </a:solidFill>
              </a:defRPr>
            </a:lvl4pPr>
            <a:lvl5pPr algn="l">
              <a:defRPr sz="2850" b="1">
                <a:solidFill>
                  <a:srgbClr val="0F172A"/>
                </a:solidFill>
              </a:defRPr>
            </a:lvl5pPr>
            <a:lvl6pPr algn="l">
              <a:defRPr sz="2850" b="1">
                <a:solidFill>
                  <a:srgbClr val="0F172A"/>
                </a:solidFill>
              </a:defRPr>
            </a:lvl6pPr>
            <a:lvl7pPr algn="l">
              <a:defRPr sz="2850" b="1">
                <a:solidFill>
                  <a:srgbClr val="0F172A"/>
                </a:solidFill>
              </a:defRPr>
            </a:lvl7pPr>
            <a:lvl8pPr algn="l">
              <a:defRPr sz="2850" b="1">
                <a:solidFill>
                  <a:srgbClr val="0F172A"/>
                </a:solidFill>
              </a:defRPr>
            </a:lvl8pPr>
            <a:lvl9pPr algn="l">
              <a:defRPr sz="28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The system reports confidence limits and risk-group gaps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B0970-364B-46BA-A506-CB86B374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</a:defRPr>
            </a:defPPr>
            <a:lvl1pPr algn="l">
              <a:defRPr sz="1350" b="0">
                <a:solidFill>
                  <a:srgbClr val="475569"/>
                </a:solidFill>
              </a:defRPr>
            </a:lvl1pPr>
            <a:lvl2pPr algn="l">
              <a:defRPr sz="1350" b="0">
                <a:solidFill>
                  <a:srgbClr val="475569"/>
                </a:solidFill>
              </a:defRPr>
            </a:lvl2pPr>
            <a:lvl3pPr algn="l">
              <a:defRPr sz="1350" b="0">
                <a:solidFill>
                  <a:srgbClr val="475569"/>
                </a:solidFill>
              </a:defRPr>
            </a:lvl3pPr>
            <a:lvl4pPr algn="l">
              <a:defRPr sz="1350" b="0">
                <a:solidFill>
                  <a:srgbClr val="475569"/>
                </a:solidFill>
              </a:defRPr>
            </a:lvl4pPr>
            <a:lvl5pPr algn="l">
              <a:defRPr sz="1350" b="0">
                <a:solidFill>
                  <a:srgbClr val="475569"/>
                </a:solidFill>
              </a:defRPr>
            </a:lvl5pPr>
            <a:lvl6pPr algn="l">
              <a:defRPr sz="1350" b="0">
                <a:solidFill>
                  <a:srgbClr val="475569"/>
                </a:solidFill>
              </a:defRPr>
            </a:lvl6pPr>
            <a:lvl7pPr algn="l">
              <a:defRPr sz="1350" b="0">
                <a:solidFill>
                  <a:srgbClr val="475569"/>
                </a:solidFill>
              </a:defRPr>
            </a:lvl7pPr>
            <a:lvl8pPr algn="l">
              <a:defRPr sz="1350" b="0">
                <a:solidFill>
                  <a:srgbClr val="475569"/>
                </a:solidFill>
              </a:defRPr>
            </a:lvl8pPr>
            <a:lvl9pPr algn="l">
              <a:defRPr sz="13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This keeps the claims defensible when model performance varies by operating region.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8ADBD-7804-418D-A54F-7ABFB0FF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5720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CEE38-3E32-4328-AB86-048D8C24DB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8558816cb4f56"/>
          <a:stretch xmlns:a="http://schemas.openxmlformats.org/drawingml/2006/main"/>
        </p:blipFill>
        <p:spPr>
          <a:xfrm xmlns:a="http://schemas.openxmlformats.org/drawingml/2006/main">
            <a:off x="895350" y="2651961"/>
            <a:ext cx="4381500" cy="2582779"/>
          </a:xfrm>
          <a:prstGeom xmlns:a="http://schemas.openxmlformats.org/drawingml/2006/main" prst="roundRect">
            <a:avLst>
              <a:gd name="adj" fmla="val 211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3A989-3978-45FE-A40B-A81BB95E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95550"/>
            <a:ext cx="409575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19562-F064-4B53-966C-2867CE3C4F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45b9be43b4dc0"/>
          <a:stretch xmlns:a="http://schemas.openxmlformats.org/drawingml/2006/main"/>
        </p:blipFill>
        <p:spPr>
          <a:xfrm xmlns:a="http://schemas.openxmlformats.org/drawingml/2006/main">
            <a:off x="5943600" y="2792329"/>
            <a:ext cx="3905250" cy="2302042"/>
          </a:xfrm>
          <a:prstGeom xmlns:a="http://schemas.openxmlformats.org/drawingml/2006/main" prst="roundRect">
            <a:avLst>
              <a:gd name="adj" fmla="val 211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A93DB-42B5-46CB-94EA-720F8AE5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816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26C87-AECC-43E7-9A72-9CFB4F90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7690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Interval 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88138-8EAA-480D-BF34-7E74C68D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674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F172A"/>
                </a:solidFill>
              </a:defRPr>
            </a:defPPr>
            <a:lvl1pPr algn="l">
              <a:defRPr sz="1800" b="1">
                <a:solidFill>
                  <a:srgbClr val="0F172A"/>
                </a:solidFill>
              </a:defRPr>
            </a:lvl1pPr>
            <a:lvl2pPr algn="l">
              <a:defRPr sz="1800" b="1">
                <a:solidFill>
                  <a:srgbClr val="0F172A"/>
                </a:solidFill>
              </a:defRPr>
            </a:lvl2pPr>
            <a:lvl3pPr algn="l">
              <a:defRPr sz="1800" b="1">
                <a:solidFill>
                  <a:srgbClr val="0F172A"/>
                </a:solidFill>
              </a:defRPr>
            </a:lvl3pPr>
            <a:lvl4pPr algn="l">
              <a:defRPr sz="1800" b="1">
                <a:solidFill>
                  <a:srgbClr val="0F172A"/>
                </a:solidFill>
              </a:defRPr>
            </a:lvl4pPr>
            <a:lvl5pPr algn="l">
              <a:defRPr sz="1800" b="1">
                <a:solidFill>
                  <a:srgbClr val="0F172A"/>
                </a:solidFill>
              </a:defRPr>
            </a:lvl5pPr>
            <a:lvl6pPr algn="l">
              <a:defRPr sz="1800" b="1">
                <a:solidFill>
                  <a:srgbClr val="0F172A"/>
                </a:solidFill>
              </a:defRPr>
            </a:lvl6pPr>
            <a:lvl7pPr algn="l">
              <a:defRPr sz="1800" b="1">
                <a:solidFill>
                  <a:srgbClr val="0F172A"/>
                </a:solidFill>
              </a:defRPr>
            </a:lvl7pPr>
            <a:lvl8pPr algn="l">
              <a:defRPr sz="1800" b="1">
                <a:solidFill>
                  <a:srgbClr val="0F172A"/>
                </a:solidFill>
              </a:defRPr>
            </a:lvl8pPr>
            <a:lvl9pPr algn="l">
              <a:defRPr sz="18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0.668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B6867-6851-4A2D-81B0-7F2B1D0F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134100"/>
            <a:ext cx="179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475569"/>
                </a:solidFill>
              </a:defRPr>
            </a:defPPr>
            <a:lvl1pPr algn="l">
              <a:defRPr sz="825" b="0">
                <a:solidFill>
                  <a:srgbClr val="475569"/>
                </a:solidFill>
              </a:defRPr>
            </a:lvl1pPr>
            <a:lvl2pPr algn="l">
              <a:defRPr sz="825" b="0">
                <a:solidFill>
                  <a:srgbClr val="475569"/>
                </a:solidFill>
              </a:defRPr>
            </a:lvl2pPr>
            <a:lvl3pPr algn="l">
              <a:defRPr sz="825" b="0">
                <a:solidFill>
                  <a:srgbClr val="475569"/>
                </a:solidFill>
              </a:defRPr>
            </a:lvl3pPr>
            <a:lvl4pPr algn="l">
              <a:defRPr sz="825" b="0">
                <a:solidFill>
                  <a:srgbClr val="475569"/>
                </a:solidFill>
              </a:defRPr>
            </a:lvl4pPr>
            <a:lvl5pPr algn="l">
              <a:defRPr sz="825" b="0">
                <a:solidFill>
                  <a:srgbClr val="475569"/>
                </a:solidFill>
              </a:defRPr>
            </a:lvl5pPr>
            <a:lvl6pPr algn="l">
              <a:defRPr sz="825" b="0">
                <a:solidFill>
                  <a:srgbClr val="475569"/>
                </a:solidFill>
              </a:defRPr>
            </a:lvl6pPr>
            <a:lvl7pPr algn="l">
              <a:defRPr sz="825" b="0">
                <a:solidFill>
                  <a:srgbClr val="475569"/>
                </a:solidFill>
              </a:defRPr>
            </a:lvl7pPr>
            <a:lvl8pPr algn="l">
              <a:defRPr sz="825" b="0">
                <a:solidFill>
                  <a:srgbClr val="475569"/>
                </a:solidFill>
              </a:defRPr>
            </a:lvl8pPr>
            <a:lvl9pPr algn="l">
              <a:defRPr sz="82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Uncalibrated ensemble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13189-FED8-47AE-A497-38DFE3BE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816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20293-A404-4B1E-ACC2-F0790FB9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67690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MAE gap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21FAD-B9F3-4212-9270-15097BA6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674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F172A"/>
                </a:solidFill>
              </a:defRPr>
            </a:defPPr>
            <a:lvl1pPr algn="l">
              <a:defRPr sz="1800" b="1">
                <a:solidFill>
                  <a:srgbClr val="0F172A"/>
                </a:solidFill>
              </a:defRPr>
            </a:lvl1pPr>
            <a:lvl2pPr algn="l">
              <a:defRPr sz="1800" b="1">
                <a:solidFill>
                  <a:srgbClr val="0F172A"/>
                </a:solidFill>
              </a:defRPr>
            </a:lvl2pPr>
            <a:lvl3pPr algn="l">
              <a:defRPr sz="1800" b="1">
                <a:solidFill>
                  <a:srgbClr val="0F172A"/>
                </a:solidFill>
              </a:defRPr>
            </a:lvl3pPr>
            <a:lvl4pPr algn="l">
              <a:defRPr sz="1800" b="1">
                <a:solidFill>
                  <a:srgbClr val="0F172A"/>
                </a:solidFill>
              </a:defRPr>
            </a:lvl4pPr>
            <a:lvl5pPr algn="l">
              <a:defRPr sz="1800" b="1">
                <a:solidFill>
                  <a:srgbClr val="0F172A"/>
                </a:solidFill>
              </a:defRPr>
            </a:lvl5pPr>
            <a:lvl6pPr algn="l">
              <a:defRPr sz="1800" b="1">
                <a:solidFill>
                  <a:srgbClr val="0F172A"/>
                </a:solidFill>
              </a:defRPr>
            </a:lvl6pPr>
            <a:lvl7pPr algn="l">
              <a:defRPr sz="1800" b="1">
                <a:solidFill>
                  <a:srgbClr val="0F172A"/>
                </a:solidFill>
              </a:defRPr>
            </a:lvl7pPr>
            <a:lvl8pPr algn="l">
              <a:defRPr sz="1800" b="1">
                <a:solidFill>
                  <a:srgbClr val="0F172A"/>
                </a:solidFill>
              </a:defRPr>
            </a:lvl8pPr>
            <a:lvl9pPr algn="l">
              <a:defRPr sz="18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14.471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3C220-BA38-4E50-85D9-3AC6615C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34100"/>
            <a:ext cx="179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475569"/>
                </a:solidFill>
              </a:defRPr>
            </a:defPPr>
            <a:lvl1pPr algn="l">
              <a:defRPr sz="825" b="0">
                <a:solidFill>
                  <a:srgbClr val="475569"/>
                </a:solidFill>
              </a:defRPr>
            </a:lvl1pPr>
            <a:lvl2pPr algn="l">
              <a:defRPr sz="825" b="0">
                <a:solidFill>
                  <a:srgbClr val="475569"/>
                </a:solidFill>
              </a:defRPr>
            </a:lvl2pPr>
            <a:lvl3pPr algn="l">
              <a:defRPr sz="825" b="0">
                <a:solidFill>
                  <a:srgbClr val="475569"/>
                </a:solidFill>
              </a:defRPr>
            </a:lvl3pPr>
            <a:lvl4pPr algn="l">
              <a:defRPr sz="825" b="0">
                <a:solidFill>
                  <a:srgbClr val="475569"/>
                </a:solidFill>
              </a:defRPr>
            </a:lvl4pPr>
            <a:lvl5pPr algn="l">
              <a:defRPr sz="825" b="0">
                <a:solidFill>
                  <a:srgbClr val="475569"/>
                </a:solidFill>
              </a:defRPr>
            </a:lvl5pPr>
            <a:lvl6pPr algn="l">
              <a:defRPr sz="825" b="0">
                <a:solidFill>
                  <a:srgbClr val="475569"/>
                </a:solidFill>
              </a:defRPr>
            </a:lvl6pPr>
            <a:lvl7pPr algn="l">
              <a:defRPr sz="825" b="0">
                <a:solidFill>
                  <a:srgbClr val="475569"/>
                </a:solidFill>
              </a:defRPr>
            </a:lvl7pPr>
            <a:lvl8pPr algn="l">
              <a:defRPr sz="825" b="0">
                <a:solidFill>
                  <a:srgbClr val="475569"/>
                </a:solidFill>
              </a:defRPr>
            </a:lvl8pPr>
            <a:lvl9pPr algn="l">
              <a:defRPr sz="82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FD001 subgroup gap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E4FEF-E639-4B80-BBD1-A7C3C4DF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816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0E972C-1372-4DF5-8426-7765A7BB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67690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High-risk MAE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ECF8BB-728D-4DD9-B09A-01321123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8674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F172A"/>
                </a:solidFill>
              </a:defRPr>
            </a:defPPr>
            <a:lvl1pPr algn="l">
              <a:defRPr sz="1800" b="1">
                <a:solidFill>
                  <a:srgbClr val="0F172A"/>
                </a:solidFill>
              </a:defRPr>
            </a:lvl1pPr>
            <a:lvl2pPr algn="l">
              <a:defRPr sz="1800" b="1">
                <a:solidFill>
                  <a:srgbClr val="0F172A"/>
                </a:solidFill>
              </a:defRPr>
            </a:lvl2pPr>
            <a:lvl3pPr algn="l">
              <a:defRPr sz="1800" b="1">
                <a:solidFill>
                  <a:srgbClr val="0F172A"/>
                </a:solidFill>
              </a:defRPr>
            </a:lvl3pPr>
            <a:lvl4pPr algn="l">
              <a:defRPr sz="1800" b="1">
                <a:solidFill>
                  <a:srgbClr val="0F172A"/>
                </a:solidFill>
              </a:defRPr>
            </a:lvl4pPr>
            <a:lvl5pPr algn="l">
              <a:defRPr sz="1800" b="1">
                <a:solidFill>
                  <a:srgbClr val="0F172A"/>
                </a:solidFill>
              </a:defRPr>
            </a:lvl5pPr>
            <a:lvl6pPr algn="l">
              <a:defRPr sz="1800" b="1">
                <a:solidFill>
                  <a:srgbClr val="0F172A"/>
                </a:solidFill>
              </a:defRPr>
            </a:lvl6pPr>
            <a:lvl7pPr algn="l">
              <a:defRPr sz="1800" b="1">
                <a:solidFill>
                  <a:srgbClr val="0F172A"/>
                </a:solidFill>
              </a:defRPr>
            </a:lvl7pPr>
            <a:lvl8pPr algn="l">
              <a:defRPr sz="1800" b="1">
                <a:solidFill>
                  <a:srgbClr val="0F172A"/>
                </a:solidFill>
              </a:defRPr>
            </a:lvl8pPr>
            <a:lvl9pPr algn="l">
              <a:defRPr sz="18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4.135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885C68-BF2A-4560-B74D-25B6B6E8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134100"/>
            <a:ext cx="179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475569"/>
                </a:solidFill>
              </a:defRPr>
            </a:defPPr>
            <a:lvl1pPr algn="l">
              <a:defRPr sz="825" b="0">
                <a:solidFill>
                  <a:srgbClr val="475569"/>
                </a:solidFill>
              </a:defRPr>
            </a:lvl1pPr>
            <a:lvl2pPr algn="l">
              <a:defRPr sz="825" b="0">
                <a:solidFill>
                  <a:srgbClr val="475569"/>
                </a:solidFill>
              </a:defRPr>
            </a:lvl2pPr>
            <a:lvl3pPr algn="l">
              <a:defRPr sz="825" b="0">
                <a:solidFill>
                  <a:srgbClr val="475569"/>
                </a:solidFill>
              </a:defRPr>
            </a:lvl3pPr>
            <a:lvl4pPr algn="l">
              <a:defRPr sz="825" b="0">
                <a:solidFill>
                  <a:srgbClr val="475569"/>
                </a:solidFill>
              </a:defRPr>
            </a:lvl4pPr>
            <a:lvl5pPr algn="l">
              <a:defRPr sz="825" b="0">
                <a:solidFill>
                  <a:srgbClr val="475569"/>
                </a:solidFill>
              </a:defRPr>
            </a:lvl5pPr>
            <a:lvl6pPr algn="l">
              <a:defRPr sz="825" b="0">
                <a:solidFill>
                  <a:srgbClr val="475569"/>
                </a:solidFill>
              </a:defRPr>
            </a:lvl6pPr>
            <a:lvl7pPr algn="l">
              <a:defRPr sz="825" b="0">
                <a:solidFill>
                  <a:srgbClr val="475569"/>
                </a:solidFill>
              </a:defRPr>
            </a:lvl7pPr>
            <a:lvl8pPr algn="l">
              <a:defRPr sz="825" b="0">
                <a:solidFill>
                  <a:srgbClr val="475569"/>
                </a:solidFill>
              </a:defRPr>
            </a:lvl8pPr>
            <a:lvl9pPr algn="l">
              <a:defRPr sz="82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Best group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9C7DBE-FF89-4FB8-B8A1-102E3853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5816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0E7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2C4284-476D-447F-93B3-75446B8D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67690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Medium MAE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A72EE1-3312-4AC4-BA84-8344F439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8674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F172A"/>
                </a:solidFill>
              </a:defRPr>
            </a:defPPr>
            <a:lvl1pPr algn="l">
              <a:defRPr sz="1800" b="1">
                <a:solidFill>
                  <a:srgbClr val="0F172A"/>
                </a:solidFill>
              </a:defRPr>
            </a:lvl1pPr>
            <a:lvl2pPr algn="l">
              <a:defRPr sz="1800" b="1">
                <a:solidFill>
                  <a:srgbClr val="0F172A"/>
                </a:solidFill>
              </a:defRPr>
            </a:lvl2pPr>
            <a:lvl3pPr algn="l">
              <a:defRPr sz="1800" b="1">
                <a:solidFill>
                  <a:srgbClr val="0F172A"/>
                </a:solidFill>
              </a:defRPr>
            </a:lvl3pPr>
            <a:lvl4pPr algn="l">
              <a:defRPr sz="1800" b="1">
                <a:solidFill>
                  <a:srgbClr val="0F172A"/>
                </a:solidFill>
              </a:defRPr>
            </a:lvl4pPr>
            <a:lvl5pPr algn="l">
              <a:defRPr sz="1800" b="1">
                <a:solidFill>
                  <a:srgbClr val="0F172A"/>
                </a:solidFill>
              </a:defRPr>
            </a:lvl5pPr>
            <a:lvl6pPr algn="l">
              <a:defRPr sz="1800" b="1">
                <a:solidFill>
                  <a:srgbClr val="0F172A"/>
                </a:solidFill>
              </a:defRPr>
            </a:lvl6pPr>
            <a:lvl7pPr algn="l">
              <a:defRPr sz="1800" b="1">
                <a:solidFill>
                  <a:srgbClr val="0F172A"/>
                </a:solidFill>
              </a:defRPr>
            </a:lvl7pPr>
            <a:lvl8pPr algn="l">
              <a:defRPr sz="1800" b="1">
                <a:solidFill>
                  <a:srgbClr val="0F172A"/>
                </a:solidFill>
              </a:defRPr>
            </a:lvl8pPr>
            <a:lvl9pPr algn="l">
              <a:defRPr sz="18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18.606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6A587A-F95B-4A26-9EBD-DB5FACF1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134100"/>
            <a:ext cx="179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475569"/>
                </a:solidFill>
              </a:defRPr>
            </a:defPPr>
            <a:lvl1pPr algn="l">
              <a:defRPr sz="825" b="0">
                <a:solidFill>
                  <a:srgbClr val="475569"/>
                </a:solidFill>
              </a:defRPr>
            </a:lvl1pPr>
            <a:lvl2pPr algn="l">
              <a:defRPr sz="825" b="0">
                <a:solidFill>
                  <a:srgbClr val="475569"/>
                </a:solidFill>
              </a:defRPr>
            </a:lvl2pPr>
            <a:lvl3pPr algn="l">
              <a:defRPr sz="825" b="0">
                <a:solidFill>
                  <a:srgbClr val="475569"/>
                </a:solidFill>
              </a:defRPr>
            </a:lvl3pPr>
            <a:lvl4pPr algn="l">
              <a:defRPr sz="825" b="0">
                <a:solidFill>
                  <a:srgbClr val="475569"/>
                </a:solidFill>
              </a:defRPr>
            </a:lvl4pPr>
            <a:lvl5pPr algn="l">
              <a:defRPr sz="825" b="0">
                <a:solidFill>
                  <a:srgbClr val="475569"/>
                </a:solidFill>
              </a:defRPr>
            </a:lvl5pPr>
            <a:lvl6pPr algn="l">
              <a:defRPr sz="825" b="0">
                <a:solidFill>
                  <a:srgbClr val="475569"/>
                </a:solidFill>
              </a:defRPr>
            </a:lvl6pPr>
            <a:lvl7pPr algn="l">
              <a:defRPr sz="825" b="0">
                <a:solidFill>
                  <a:srgbClr val="475569"/>
                </a:solidFill>
              </a:defRPr>
            </a:lvl7pPr>
            <a:lvl8pPr algn="l">
              <a:defRPr sz="825" b="0">
                <a:solidFill>
                  <a:srgbClr val="475569"/>
                </a:solidFill>
              </a:defRPr>
            </a:lvl8pPr>
            <a:lvl9pPr algn="l">
              <a:defRPr sz="82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Hardest group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19FEF7-D963-4752-9853-1719D347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C-MAPSS XAI Research Foundation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225AD4-6483-45BF-BE1E-1434DE3E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4748B"/>
                </a:solidFill>
              </a:defRPr>
            </a:defPPr>
            <a:lvl1pPr algn="r">
              <a:defRPr sz="825" b="0">
                <a:solidFill>
                  <a:srgbClr val="64748B"/>
                </a:solidFill>
              </a:defRPr>
            </a:lvl1pPr>
            <a:lvl2pPr algn="r">
              <a:defRPr sz="825" b="0">
                <a:solidFill>
                  <a:srgbClr val="64748B"/>
                </a:solidFill>
              </a:defRPr>
            </a:lvl2pPr>
            <a:lvl3pPr algn="r">
              <a:defRPr sz="825" b="0">
                <a:solidFill>
                  <a:srgbClr val="64748B"/>
                </a:solidFill>
              </a:defRPr>
            </a:lvl3pPr>
            <a:lvl4pPr algn="r">
              <a:defRPr sz="825" b="0">
                <a:solidFill>
                  <a:srgbClr val="64748B"/>
                </a:solidFill>
              </a:defRPr>
            </a:lvl4pPr>
            <a:lvl5pPr algn="r">
              <a:defRPr sz="825" b="0">
                <a:solidFill>
                  <a:srgbClr val="64748B"/>
                </a:solidFill>
              </a:defRPr>
            </a:lvl5pPr>
            <a:lvl6pPr algn="r">
              <a:defRPr sz="825" b="0">
                <a:solidFill>
                  <a:srgbClr val="64748B"/>
                </a:solidFill>
              </a:defRPr>
            </a:lvl6pPr>
            <a:lvl7pPr algn="r">
              <a:defRPr sz="825" b="0">
                <a:solidFill>
                  <a:srgbClr val="64748B"/>
                </a:solidFill>
              </a:defRPr>
            </a:lvl7pPr>
            <a:lvl8pPr algn="r">
              <a:defRPr sz="825" b="0">
                <a:solidFill>
                  <a:srgbClr val="64748B"/>
                </a:solidFill>
              </a:defRPr>
            </a:lvl8pPr>
            <a:lvl9pPr algn="r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344212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86E80D-F608-47C7-B29F-0624B646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F766E"/>
                </a:solidFill>
              </a:defRPr>
            </a:defPPr>
            <a:lvl1pPr algn="l">
              <a:defRPr sz="900" b="1">
                <a:solidFill>
                  <a:srgbClr val="0F766E"/>
                </a:solidFill>
              </a:defRPr>
            </a:lvl1pPr>
            <a:lvl2pPr algn="l">
              <a:defRPr sz="900" b="1">
                <a:solidFill>
                  <a:srgbClr val="0F766E"/>
                </a:solidFill>
              </a:defRPr>
            </a:lvl2pPr>
            <a:lvl3pPr algn="l">
              <a:defRPr sz="900" b="1">
                <a:solidFill>
                  <a:srgbClr val="0F766E"/>
                </a:solidFill>
              </a:defRPr>
            </a:lvl3pPr>
            <a:lvl4pPr algn="l">
              <a:defRPr sz="900" b="1">
                <a:solidFill>
                  <a:srgbClr val="0F766E"/>
                </a:solidFill>
              </a:defRPr>
            </a:lvl4pPr>
            <a:lvl5pPr algn="l">
              <a:defRPr sz="900" b="1">
                <a:solidFill>
                  <a:srgbClr val="0F766E"/>
                </a:solidFill>
              </a:defRPr>
            </a:lvl5pPr>
            <a:lvl6pPr algn="l">
              <a:defRPr sz="900" b="1">
                <a:solidFill>
                  <a:srgbClr val="0F766E"/>
                </a:solidFill>
              </a:defRPr>
            </a:lvl6pPr>
            <a:lvl7pPr algn="l">
              <a:defRPr sz="900" b="1">
                <a:solidFill>
                  <a:srgbClr val="0F766E"/>
                </a:solidFill>
              </a:defRPr>
            </a:lvl7pPr>
            <a:lvl8pPr algn="l">
              <a:defRPr sz="900" b="1">
                <a:solidFill>
                  <a:srgbClr val="0F766E"/>
                </a:solidFill>
              </a:defRPr>
            </a:lvl8pPr>
            <a:lvl9pPr algn="l">
              <a:defRPr sz="9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DASHBOARD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76472-1347-48E0-B7EF-0E0EA063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0F172A"/>
                </a:solidFill>
              </a:defRPr>
            </a:defPPr>
            <a:lvl1pPr algn="l">
              <a:defRPr sz="2850" b="1">
                <a:solidFill>
                  <a:srgbClr val="0F172A"/>
                </a:solidFill>
              </a:defRPr>
            </a:lvl1pPr>
            <a:lvl2pPr algn="l">
              <a:defRPr sz="2850" b="1">
                <a:solidFill>
                  <a:srgbClr val="0F172A"/>
                </a:solidFill>
              </a:defRPr>
            </a:lvl2pPr>
            <a:lvl3pPr algn="l">
              <a:defRPr sz="2850" b="1">
                <a:solidFill>
                  <a:srgbClr val="0F172A"/>
                </a:solidFill>
              </a:defRPr>
            </a:lvl3pPr>
            <a:lvl4pPr algn="l">
              <a:defRPr sz="2850" b="1">
                <a:solidFill>
                  <a:srgbClr val="0F172A"/>
                </a:solidFill>
              </a:defRPr>
            </a:lvl4pPr>
            <a:lvl5pPr algn="l">
              <a:defRPr sz="2850" b="1">
                <a:solidFill>
                  <a:srgbClr val="0F172A"/>
                </a:solidFill>
              </a:defRPr>
            </a:lvl5pPr>
            <a:lvl6pPr algn="l">
              <a:defRPr sz="2850" b="1">
                <a:solidFill>
                  <a:srgbClr val="0F172A"/>
                </a:solidFill>
              </a:defRPr>
            </a:lvl6pPr>
            <a:lvl7pPr algn="l">
              <a:defRPr sz="2850" b="1">
                <a:solidFill>
                  <a:srgbClr val="0F172A"/>
                </a:solidFill>
              </a:defRPr>
            </a:lvl7pPr>
            <a:lvl8pPr algn="l">
              <a:defRPr sz="2850" b="1">
                <a:solidFill>
                  <a:srgbClr val="0F172A"/>
                </a:solidFill>
              </a:defRPr>
            </a:lvl8pPr>
            <a:lvl9pPr algn="l">
              <a:defRPr sz="28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The live demo proves the project works beyond the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52692-C458-4A6A-B88D-136878B9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</a:defRPr>
            </a:defPPr>
            <a:lvl1pPr algn="l">
              <a:defRPr sz="1350" b="0">
                <a:solidFill>
                  <a:srgbClr val="475569"/>
                </a:solidFill>
              </a:defRPr>
            </a:lvl1pPr>
            <a:lvl2pPr algn="l">
              <a:defRPr sz="1350" b="0">
                <a:solidFill>
                  <a:srgbClr val="475569"/>
                </a:solidFill>
              </a:defRPr>
            </a:lvl2pPr>
            <a:lvl3pPr algn="l">
              <a:defRPr sz="1350" b="0">
                <a:solidFill>
                  <a:srgbClr val="475569"/>
                </a:solidFill>
              </a:defRPr>
            </a:lvl3pPr>
            <a:lvl4pPr algn="l">
              <a:defRPr sz="1350" b="0">
                <a:solidFill>
                  <a:srgbClr val="475569"/>
                </a:solidFill>
              </a:defRPr>
            </a:lvl4pPr>
            <a:lvl5pPr algn="l">
              <a:defRPr sz="1350" b="0">
                <a:solidFill>
                  <a:srgbClr val="475569"/>
                </a:solidFill>
              </a:defRPr>
            </a:lvl5pPr>
            <a:lvl6pPr algn="l">
              <a:defRPr sz="1350" b="0">
                <a:solidFill>
                  <a:srgbClr val="475569"/>
                </a:solidFill>
              </a:defRPr>
            </a:lvl6pPr>
            <a:lvl7pPr algn="l">
              <a:defRPr sz="1350" b="0">
                <a:solidFill>
                  <a:srgbClr val="475569"/>
                </a:solidFill>
              </a:defRPr>
            </a:lvl7pPr>
            <a:lvl8pPr algn="l">
              <a:defRPr sz="1350" b="0">
                <a:solidFill>
                  <a:srgbClr val="475569"/>
                </a:solidFill>
              </a:defRPr>
            </a:lvl8pPr>
            <a:lvl9pPr algn="l">
              <a:defRPr sz="13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Dashboard pages read saved artifacts only, so review time is spent on evidence rather than training.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64124-6A57-41F9-B73B-9C6B5FCD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953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F497D-E2C5-4BB5-AEA4-293FCEB275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21e4b34b246a3"/>
          <a:srcRect xmlns:a="http://schemas.openxmlformats.org/drawingml/2006/main" l="0" t="18766" r="0" b="187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2571750"/>
            <a:ext cx="4762500" cy="2857500"/>
          </a:xfrm>
          <a:prstGeom xmlns:a="http://schemas.openxmlformats.org/drawingml/2006/main" prst="roundRect">
            <a:avLst>
              <a:gd name="adj" fmla="val 2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2B3B5-F00A-429A-A7EA-AE9FEBDB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2324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D67D0-FC68-406E-9F64-FDAB5930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Pages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83A3C-4156-4FB0-9BBD-34F1E599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718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1D6D8-1AC6-4E7E-B87C-B92906E6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5280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475569"/>
                </a:solidFill>
              </a:defRPr>
            </a:defPPr>
            <a:lvl1pPr algn="l">
              <a:defRPr sz="975" b="0">
                <a:solidFill>
                  <a:srgbClr val="475569"/>
                </a:solidFill>
              </a:defRPr>
            </a:lvl1pPr>
            <a:lvl2pPr algn="l">
              <a:defRPr sz="975" b="0">
                <a:solidFill>
                  <a:srgbClr val="475569"/>
                </a:solidFill>
              </a:defRPr>
            </a:lvl2pPr>
            <a:lvl3pPr algn="l">
              <a:defRPr sz="975" b="0">
                <a:solidFill>
                  <a:srgbClr val="475569"/>
                </a:solidFill>
              </a:defRPr>
            </a:lvl3pPr>
            <a:lvl4pPr algn="l">
              <a:defRPr sz="975" b="0">
                <a:solidFill>
                  <a:srgbClr val="475569"/>
                </a:solidFill>
              </a:defRPr>
            </a:lvl4pPr>
            <a:lvl5pPr algn="l">
              <a:defRPr sz="975" b="0">
                <a:solidFill>
                  <a:srgbClr val="475569"/>
                </a:solidFill>
              </a:defRPr>
            </a:lvl5pPr>
            <a:lvl6pPr algn="l">
              <a:defRPr sz="975" b="0">
                <a:solidFill>
                  <a:srgbClr val="475569"/>
                </a:solidFill>
              </a:defRPr>
            </a:lvl6pPr>
            <a:lvl7pPr algn="l">
              <a:defRPr sz="975" b="0">
                <a:solidFill>
                  <a:srgbClr val="475569"/>
                </a:solidFill>
              </a:defRPr>
            </a:lvl7pPr>
            <a:lvl8pPr algn="l">
              <a:defRPr sz="975" b="0">
                <a:solidFill>
                  <a:srgbClr val="475569"/>
                </a:solidFill>
              </a:defRPr>
            </a:lvl8pPr>
            <a:lvl9pPr algn="l">
              <a:defRPr sz="97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Overview, explorers, benchmark, XAI, advisor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4BF27-1FBF-4CC2-AD50-9FCF5311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324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0E7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52FC6-1765-44DA-B66D-F91DBE2B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241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Training inside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5E87B-2218-4F02-BD78-94992534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718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9268D-A8EB-4520-BA57-93E65A93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5280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475569"/>
                </a:solidFill>
              </a:defRPr>
            </a:defPPr>
            <a:lvl1pPr algn="l">
              <a:defRPr sz="975" b="0">
                <a:solidFill>
                  <a:srgbClr val="475569"/>
                </a:solidFill>
              </a:defRPr>
            </a:lvl1pPr>
            <a:lvl2pPr algn="l">
              <a:defRPr sz="975" b="0">
                <a:solidFill>
                  <a:srgbClr val="475569"/>
                </a:solidFill>
              </a:defRPr>
            </a:lvl2pPr>
            <a:lvl3pPr algn="l">
              <a:defRPr sz="975" b="0">
                <a:solidFill>
                  <a:srgbClr val="475569"/>
                </a:solidFill>
              </a:defRPr>
            </a:lvl3pPr>
            <a:lvl4pPr algn="l">
              <a:defRPr sz="975" b="0">
                <a:solidFill>
                  <a:srgbClr val="475569"/>
                </a:solidFill>
              </a:defRPr>
            </a:lvl4pPr>
            <a:lvl5pPr algn="l">
              <a:defRPr sz="975" b="0">
                <a:solidFill>
                  <a:srgbClr val="475569"/>
                </a:solidFill>
              </a:defRPr>
            </a:lvl5pPr>
            <a:lvl6pPr algn="l">
              <a:defRPr sz="975" b="0">
                <a:solidFill>
                  <a:srgbClr val="475569"/>
                </a:solidFill>
              </a:defRPr>
            </a:lvl6pPr>
            <a:lvl7pPr algn="l">
              <a:defRPr sz="975" b="0">
                <a:solidFill>
                  <a:srgbClr val="475569"/>
                </a:solidFill>
              </a:defRPr>
            </a:lvl7pPr>
            <a:lvl8pPr algn="l">
              <a:defRPr sz="975" b="0">
                <a:solidFill>
                  <a:srgbClr val="475569"/>
                </a:solidFill>
              </a:defRPr>
            </a:lvl8pPr>
            <a:lvl9pPr algn="l">
              <a:defRPr sz="97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Dashboard reads cached outputs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0B696E-F7F6-42F9-9B54-C3026293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2324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4F60E-B6EA-4781-8382-1D685248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576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Advisor cases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6AE50-FD29-44AE-A2D8-0380781C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053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Top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6043B8-E3D4-4F82-B27D-294624FE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8630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475569"/>
                </a:solidFill>
              </a:defRPr>
            </a:defPPr>
            <a:lvl1pPr algn="l">
              <a:defRPr sz="975" b="0">
                <a:solidFill>
                  <a:srgbClr val="475569"/>
                </a:solidFill>
              </a:defRPr>
            </a:lvl1pPr>
            <a:lvl2pPr algn="l">
              <a:defRPr sz="975" b="0">
                <a:solidFill>
                  <a:srgbClr val="475569"/>
                </a:solidFill>
              </a:defRPr>
            </a:lvl2pPr>
            <a:lvl3pPr algn="l">
              <a:defRPr sz="975" b="0">
                <a:solidFill>
                  <a:srgbClr val="475569"/>
                </a:solidFill>
              </a:defRPr>
            </a:lvl3pPr>
            <a:lvl4pPr algn="l">
              <a:defRPr sz="975" b="0">
                <a:solidFill>
                  <a:srgbClr val="475569"/>
                </a:solidFill>
              </a:defRPr>
            </a:lvl4pPr>
            <a:lvl5pPr algn="l">
              <a:defRPr sz="975" b="0">
                <a:solidFill>
                  <a:srgbClr val="475569"/>
                </a:solidFill>
              </a:defRPr>
            </a:lvl5pPr>
            <a:lvl6pPr algn="l">
              <a:defRPr sz="975" b="0">
                <a:solidFill>
                  <a:srgbClr val="475569"/>
                </a:solidFill>
              </a:defRPr>
            </a:lvl6pPr>
            <a:lvl7pPr algn="l">
              <a:defRPr sz="975" b="0">
                <a:solidFill>
                  <a:srgbClr val="475569"/>
                </a:solidFill>
              </a:defRPr>
            </a:lvl7pPr>
            <a:lvl8pPr algn="l">
              <a:defRPr sz="975" b="0">
                <a:solidFill>
                  <a:srgbClr val="475569"/>
                </a:solidFill>
              </a:defRPr>
            </a:lvl8pPr>
            <a:lvl9pPr algn="l">
              <a:defRPr sz="97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RUL, sensors, confidence,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30D2F2-2B85-41E5-994D-0B966639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2324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D83519-6CF5-4551-ACEF-78909BE1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576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Report viewer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DEC3D7-0AED-4E74-8628-0EA3CCA3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053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Ready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24B482-DB2E-4A02-8594-1D0F9CF7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8630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475569"/>
                </a:solidFill>
              </a:defRPr>
            </a:defPPr>
            <a:lvl1pPr algn="l">
              <a:defRPr sz="975" b="0">
                <a:solidFill>
                  <a:srgbClr val="475569"/>
                </a:solidFill>
              </a:defRPr>
            </a:lvl1pPr>
            <a:lvl2pPr algn="l">
              <a:defRPr sz="975" b="0">
                <a:solidFill>
                  <a:srgbClr val="475569"/>
                </a:solidFill>
              </a:defRPr>
            </a:lvl2pPr>
            <a:lvl3pPr algn="l">
              <a:defRPr sz="975" b="0">
                <a:solidFill>
                  <a:srgbClr val="475569"/>
                </a:solidFill>
              </a:defRPr>
            </a:lvl3pPr>
            <a:lvl4pPr algn="l">
              <a:defRPr sz="975" b="0">
                <a:solidFill>
                  <a:srgbClr val="475569"/>
                </a:solidFill>
              </a:defRPr>
            </a:lvl4pPr>
            <a:lvl5pPr algn="l">
              <a:defRPr sz="975" b="0">
                <a:solidFill>
                  <a:srgbClr val="475569"/>
                </a:solidFill>
              </a:defRPr>
            </a:lvl5pPr>
            <a:lvl6pPr algn="l">
              <a:defRPr sz="975" b="0">
                <a:solidFill>
                  <a:srgbClr val="475569"/>
                </a:solidFill>
              </a:defRPr>
            </a:lvl6pPr>
            <a:lvl7pPr algn="l">
              <a:defRPr sz="975" b="0">
                <a:solidFill>
                  <a:srgbClr val="475569"/>
                </a:solidFill>
              </a:defRPr>
            </a:lvl7pPr>
            <a:lvl8pPr algn="l">
              <a:defRPr sz="975" b="0">
                <a:solidFill>
                  <a:srgbClr val="475569"/>
                </a:solidFill>
              </a:defRPr>
            </a:lvl8pPr>
            <a:lvl9pPr algn="l">
              <a:defRPr sz="97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Figures, tables, paper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E404B5-C75F-403A-8CD3-2221C08E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149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75569"/>
                </a:solidFill>
              </a:defRPr>
            </a:defPPr>
            <a:lvl1pPr algn="l">
              <a:defRPr sz="1125" b="0">
                <a:solidFill>
                  <a:srgbClr val="475569"/>
                </a:solidFill>
              </a:defRPr>
            </a:lvl1pPr>
            <a:lvl2pPr algn="l">
              <a:defRPr sz="1125" b="0">
                <a:solidFill>
                  <a:srgbClr val="475569"/>
                </a:solidFill>
              </a:defRPr>
            </a:lvl2pPr>
            <a:lvl3pPr algn="l">
              <a:defRPr sz="1125" b="0">
                <a:solidFill>
                  <a:srgbClr val="475569"/>
                </a:solidFill>
              </a:defRPr>
            </a:lvl3pPr>
            <a:lvl4pPr algn="l">
              <a:defRPr sz="1125" b="0">
                <a:solidFill>
                  <a:srgbClr val="475569"/>
                </a:solidFill>
              </a:defRPr>
            </a:lvl4pPr>
            <a:lvl5pPr algn="l">
              <a:defRPr sz="1125" b="0">
                <a:solidFill>
                  <a:srgbClr val="475569"/>
                </a:solidFill>
              </a:defRPr>
            </a:lvl5pPr>
            <a:lvl6pPr algn="l">
              <a:defRPr sz="1125" b="0">
                <a:solidFill>
                  <a:srgbClr val="475569"/>
                </a:solidFill>
              </a:defRPr>
            </a:lvl6pPr>
            <a:lvl7pPr algn="l">
              <a:defRPr sz="1125" b="0">
                <a:solidFill>
                  <a:srgbClr val="475569"/>
                </a:solidFill>
              </a:defRPr>
            </a:lvl7pPr>
            <a:lvl8pPr algn="l">
              <a:defRPr sz="1125" b="0">
                <a:solidFill>
                  <a:srgbClr val="475569"/>
                </a:solidFill>
              </a:defRPr>
            </a:lvl8pPr>
            <a:lvl9pPr algn="l">
              <a:defRPr sz="112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Demo order: overview, model benchmark, XAI explanations, counterfactuals, maintenance advisor, report viewer.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C2254B-F786-4A40-9CD4-398B4AAD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C-MAPSS XAI Research Foundation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0E2089-1388-42EB-8B81-77AA37C7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4748B"/>
                </a:solidFill>
              </a:defRPr>
            </a:defPPr>
            <a:lvl1pPr algn="r">
              <a:defRPr sz="825" b="0">
                <a:solidFill>
                  <a:srgbClr val="64748B"/>
                </a:solidFill>
              </a:defRPr>
            </a:lvl1pPr>
            <a:lvl2pPr algn="r">
              <a:defRPr sz="825" b="0">
                <a:solidFill>
                  <a:srgbClr val="64748B"/>
                </a:solidFill>
              </a:defRPr>
            </a:lvl2pPr>
            <a:lvl3pPr algn="r">
              <a:defRPr sz="825" b="0">
                <a:solidFill>
                  <a:srgbClr val="64748B"/>
                </a:solidFill>
              </a:defRPr>
            </a:lvl3pPr>
            <a:lvl4pPr algn="r">
              <a:defRPr sz="825" b="0">
                <a:solidFill>
                  <a:srgbClr val="64748B"/>
                </a:solidFill>
              </a:defRPr>
            </a:lvl4pPr>
            <a:lvl5pPr algn="r">
              <a:defRPr sz="825" b="0">
                <a:solidFill>
                  <a:srgbClr val="64748B"/>
                </a:solidFill>
              </a:defRPr>
            </a:lvl5pPr>
            <a:lvl6pPr algn="r">
              <a:defRPr sz="825" b="0">
                <a:solidFill>
                  <a:srgbClr val="64748B"/>
                </a:solidFill>
              </a:defRPr>
            </a:lvl6pPr>
            <a:lvl7pPr algn="r">
              <a:defRPr sz="825" b="0">
                <a:solidFill>
                  <a:srgbClr val="64748B"/>
                </a:solidFill>
              </a:defRPr>
            </a:lvl7pPr>
            <a:lvl8pPr algn="r">
              <a:defRPr sz="825" b="0">
                <a:solidFill>
                  <a:srgbClr val="64748B"/>
                </a:solidFill>
              </a:defRPr>
            </a:lvl8pPr>
            <a:lvl9pPr algn="r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757790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51C0BD-175B-4EEB-B7CF-6CC7AA98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F766E"/>
                </a:solidFill>
              </a:defRPr>
            </a:defPPr>
            <a:lvl1pPr algn="l">
              <a:defRPr sz="900" b="1">
                <a:solidFill>
                  <a:srgbClr val="0F766E"/>
                </a:solidFill>
              </a:defRPr>
            </a:lvl1pPr>
            <a:lvl2pPr algn="l">
              <a:defRPr sz="900" b="1">
                <a:solidFill>
                  <a:srgbClr val="0F766E"/>
                </a:solidFill>
              </a:defRPr>
            </a:lvl2pPr>
            <a:lvl3pPr algn="l">
              <a:defRPr sz="900" b="1">
                <a:solidFill>
                  <a:srgbClr val="0F766E"/>
                </a:solidFill>
              </a:defRPr>
            </a:lvl3pPr>
            <a:lvl4pPr algn="l">
              <a:defRPr sz="900" b="1">
                <a:solidFill>
                  <a:srgbClr val="0F766E"/>
                </a:solidFill>
              </a:defRPr>
            </a:lvl4pPr>
            <a:lvl5pPr algn="l">
              <a:defRPr sz="900" b="1">
                <a:solidFill>
                  <a:srgbClr val="0F766E"/>
                </a:solidFill>
              </a:defRPr>
            </a:lvl5pPr>
            <a:lvl6pPr algn="l">
              <a:defRPr sz="900" b="1">
                <a:solidFill>
                  <a:srgbClr val="0F766E"/>
                </a:solidFill>
              </a:defRPr>
            </a:lvl6pPr>
            <a:lvl7pPr algn="l">
              <a:defRPr sz="900" b="1">
                <a:solidFill>
                  <a:srgbClr val="0F766E"/>
                </a:solidFill>
              </a:defRPr>
            </a:lvl7pPr>
            <a:lvl8pPr algn="l">
              <a:defRPr sz="900" b="1">
                <a:solidFill>
                  <a:srgbClr val="0F766E"/>
                </a:solidFill>
              </a:defRPr>
            </a:lvl8pPr>
            <a:lvl9pPr algn="l">
              <a:defRPr sz="9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REPORT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46297-CC50-48CC-BF90-FE1DCD76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0F172A"/>
                </a:solidFill>
              </a:defRPr>
            </a:defPPr>
            <a:lvl1pPr algn="l">
              <a:defRPr sz="2850" b="1">
                <a:solidFill>
                  <a:srgbClr val="0F172A"/>
                </a:solidFill>
              </a:defRPr>
            </a:lvl1pPr>
            <a:lvl2pPr algn="l">
              <a:defRPr sz="2850" b="1">
                <a:solidFill>
                  <a:srgbClr val="0F172A"/>
                </a:solidFill>
              </a:defRPr>
            </a:lvl2pPr>
            <a:lvl3pPr algn="l">
              <a:defRPr sz="2850" b="1">
                <a:solidFill>
                  <a:srgbClr val="0F172A"/>
                </a:solidFill>
              </a:defRPr>
            </a:lvl3pPr>
            <a:lvl4pPr algn="l">
              <a:defRPr sz="2850" b="1">
                <a:solidFill>
                  <a:srgbClr val="0F172A"/>
                </a:solidFill>
              </a:defRPr>
            </a:lvl4pPr>
            <a:lvl5pPr algn="l">
              <a:defRPr sz="2850" b="1">
                <a:solidFill>
                  <a:srgbClr val="0F172A"/>
                </a:solidFill>
              </a:defRPr>
            </a:lvl5pPr>
            <a:lvl6pPr algn="l">
              <a:defRPr sz="2850" b="1">
                <a:solidFill>
                  <a:srgbClr val="0F172A"/>
                </a:solidFill>
              </a:defRPr>
            </a:lvl6pPr>
            <a:lvl7pPr algn="l">
              <a:defRPr sz="2850" b="1">
                <a:solidFill>
                  <a:srgbClr val="0F172A"/>
                </a:solidFill>
              </a:defRPr>
            </a:lvl7pPr>
            <a:lvl8pPr algn="l">
              <a:defRPr sz="2850" b="1">
                <a:solidFill>
                  <a:srgbClr val="0F172A"/>
                </a:solidFill>
              </a:defRPr>
            </a:lvl8pPr>
            <a:lvl9pPr algn="l">
              <a:defRPr sz="28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Paper maps directly to the teacher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DF192-51A7-4D2C-BF97-76FC0781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</a:defRPr>
            </a:defPPr>
            <a:lvl1pPr algn="l">
              <a:defRPr sz="1350" b="0">
                <a:solidFill>
                  <a:srgbClr val="475569"/>
                </a:solidFill>
              </a:defRPr>
            </a:lvl1pPr>
            <a:lvl2pPr algn="l">
              <a:defRPr sz="1350" b="0">
                <a:solidFill>
                  <a:srgbClr val="475569"/>
                </a:solidFill>
              </a:defRPr>
            </a:lvl2pPr>
            <a:lvl3pPr algn="l">
              <a:defRPr sz="1350" b="0">
                <a:solidFill>
                  <a:srgbClr val="475569"/>
                </a:solidFill>
              </a:defRPr>
            </a:lvl3pPr>
            <a:lvl4pPr algn="l">
              <a:defRPr sz="1350" b="0">
                <a:solidFill>
                  <a:srgbClr val="475569"/>
                </a:solidFill>
              </a:defRPr>
            </a:lvl4pPr>
            <a:lvl5pPr algn="l">
              <a:defRPr sz="1350" b="0">
                <a:solidFill>
                  <a:srgbClr val="475569"/>
                </a:solidFill>
              </a:defRPr>
            </a:lvl5pPr>
            <a:lvl6pPr algn="l">
              <a:defRPr sz="1350" b="0">
                <a:solidFill>
                  <a:srgbClr val="475569"/>
                </a:solidFill>
              </a:defRPr>
            </a:lvl6pPr>
            <a:lvl7pPr algn="l">
              <a:defRPr sz="1350" b="0">
                <a:solidFill>
                  <a:srgbClr val="475569"/>
                </a:solidFill>
              </a:defRPr>
            </a:lvl7pPr>
            <a:lvl8pPr algn="l">
              <a:defRPr sz="1350" b="0">
                <a:solidFill>
                  <a:srgbClr val="475569"/>
                </a:solidFill>
              </a:defRPr>
            </a:lvl8pPr>
            <a:lvl9pPr algn="l">
              <a:defRPr sz="13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Each requested section has a concrete artifact or reported limitation.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3CE66-6E39-4BF7-AB68-10B78779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475569"/>
                </a:solidFill>
              </a:defRPr>
            </a:defPPr>
            <a:lvl1pPr algn="l">
              <a:defRPr sz="975" b="1">
                <a:solidFill>
                  <a:srgbClr val="475569"/>
                </a:solidFill>
              </a:defRPr>
            </a:lvl1pPr>
            <a:lvl2pPr algn="l">
              <a:defRPr sz="975" b="1">
                <a:solidFill>
                  <a:srgbClr val="475569"/>
                </a:solidFill>
              </a:defRPr>
            </a:lvl2pPr>
            <a:lvl3pPr algn="l">
              <a:defRPr sz="975" b="1">
                <a:solidFill>
                  <a:srgbClr val="475569"/>
                </a:solidFill>
              </a:defRPr>
            </a:lvl3pPr>
            <a:lvl4pPr algn="l">
              <a:defRPr sz="975" b="1">
                <a:solidFill>
                  <a:srgbClr val="475569"/>
                </a:solidFill>
              </a:defRPr>
            </a:lvl4pPr>
            <a:lvl5pPr algn="l">
              <a:defRPr sz="975" b="1">
                <a:solidFill>
                  <a:srgbClr val="475569"/>
                </a:solidFill>
              </a:defRPr>
            </a:lvl5pPr>
            <a:lvl6pPr algn="l">
              <a:defRPr sz="975" b="1">
                <a:solidFill>
                  <a:srgbClr val="475569"/>
                </a:solidFill>
              </a:defRPr>
            </a:lvl6pPr>
            <a:lvl7pPr algn="l">
              <a:defRPr sz="975" b="1">
                <a:solidFill>
                  <a:srgbClr val="475569"/>
                </a:solidFill>
              </a:defRPr>
            </a:lvl7pPr>
            <a:lvl8pPr algn="l">
              <a:defRPr sz="975" b="1">
                <a:solidFill>
                  <a:srgbClr val="475569"/>
                </a:solidFill>
              </a:defRPr>
            </a:lvl8pPr>
            <a:lvl9pPr algn="l">
              <a:defRPr sz="975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Requirement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78D3F-0F72-48D2-85BC-37FC0D81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9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475569"/>
                </a:solidFill>
              </a:defRPr>
            </a:defPPr>
            <a:lvl1pPr algn="l">
              <a:defRPr sz="975" b="1">
                <a:solidFill>
                  <a:srgbClr val="475569"/>
                </a:solidFill>
              </a:defRPr>
            </a:lvl1pPr>
            <a:lvl2pPr algn="l">
              <a:defRPr sz="975" b="1">
                <a:solidFill>
                  <a:srgbClr val="475569"/>
                </a:solidFill>
              </a:defRPr>
            </a:lvl2pPr>
            <a:lvl3pPr algn="l">
              <a:defRPr sz="975" b="1">
                <a:solidFill>
                  <a:srgbClr val="475569"/>
                </a:solidFill>
              </a:defRPr>
            </a:lvl3pPr>
            <a:lvl4pPr algn="l">
              <a:defRPr sz="975" b="1">
                <a:solidFill>
                  <a:srgbClr val="475569"/>
                </a:solidFill>
              </a:defRPr>
            </a:lvl4pPr>
            <a:lvl5pPr algn="l">
              <a:defRPr sz="975" b="1">
                <a:solidFill>
                  <a:srgbClr val="475569"/>
                </a:solidFill>
              </a:defRPr>
            </a:lvl5pPr>
            <a:lvl6pPr algn="l">
              <a:defRPr sz="975" b="1">
                <a:solidFill>
                  <a:srgbClr val="475569"/>
                </a:solidFill>
              </a:defRPr>
            </a:lvl6pPr>
            <a:lvl7pPr algn="l">
              <a:defRPr sz="975" b="1">
                <a:solidFill>
                  <a:srgbClr val="475569"/>
                </a:solidFill>
              </a:defRPr>
            </a:lvl7pPr>
            <a:lvl8pPr algn="l">
              <a:defRPr sz="975" b="1">
                <a:solidFill>
                  <a:srgbClr val="475569"/>
                </a:solidFill>
              </a:defRPr>
            </a:lvl8pPr>
            <a:lvl9pPr algn="l">
              <a:defRPr sz="975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Evidence in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68879-9D0F-4D69-B24E-84EA41D0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7315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CF9B2-6582-4458-A571-7F3E8AF8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0F766E"/>
                </a:solidFill>
              </a:defRPr>
            </a:defPPr>
            <a:lvl1pPr algn="l">
              <a:defRPr sz="1050" b="1">
                <a:solidFill>
                  <a:srgbClr val="0F766E"/>
                </a:solidFill>
              </a:defRPr>
            </a:lvl1pPr>
            <a:lvl2pPr algn="l">
              <a:defRPr sz="1050" b="1">
                <a:solidFill>
                  <a:srgbClr val="0F766E"/>
                </a:solidFill>
              </a:defRPr>
            </a:lvl2pPr>
            <a:lvl3pPr algn="l">
              <a:defRPr sz="1050" b="1">
                <a:solidFill>
                  <a:srgbClr val="0F766E"/>
                </a:solidFill>
              </a:defRPr>
            </a:lvl3pPr>
            <a:lvl4pPr algn="l">
              <a:defRPr sz="1050" b="1">
                <a:solidFill>
                  <a:srgbClr val="0F766E"/>
                </a:solidFill>
              </a:defRPr>
            </a:lvl4pPr>
            <a:lvl5pPr algn="l">
              <a:defRPr sz="1050" b="1">
                <a:solidFill>
                  <a:srgbClr val="0F766E"/>
                </a:solidFill>
              </a:defRPr>
            </a:lvl5pPr>
            <a:lvl6pPr algn="l">
              <a:defRPr sz="1050" b="1">
                <a:solidFill>
                  <a:srgbClr val="0F766E"/>
                </a:solidFill>
              </a:defRPr>
            </a:lvl6pPr>
            <a:lvl7pPr algn="l">
              <a:defRPr sz="1050" b="1">
                <a:solidFill>
                  <a:srgbClr val="0F766E"/>
                </a:solidFill>
              </a:defRPr>
            </a:lvl7pPr>
            <a:lvl8pPr algn="l">
              <a:defRPr sz="1050" b="1">
                <a:solidFill>
                  <a:srgbClr val="0F766E"/>
                </a:solidFill>
              </a:defRPr>
            </a:lvl8pPr>
            <a:lvl9pPr algn="l">
              <a:defRPr sz="10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Predictive 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2998E-249A-4996-A1E2-0E78D810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47975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0F172A"/>
                </a:solidFill>
              </a:defRPr>
            </a:defPPr>
            <a:lvl1pPr algn="l">
              <a:defRPr sz="1050" b="0">
                <a:solidFill>
                  <a:srgbClr val="0F172A"/>
                </a:solidFill>
              </a:defRPr>
            </a:lvl1pPr>
            <a:lvl2pPr algn="l">
              <a:defRPr sz="1050" b="0">
                <a:solidFill>
                  <a:srgbClr val="0F172A"/>
                </a:solidFill>
              </a:defRPr>
            </a:lvl2pPr>
            <a:lvl3pPr algn="l">
              <a:defRPr sz="1050" b="0">
                <a:solidFill>
                  <a:srgbClr val="0F172A"/>
                </a:solidFill>
              </a:defRPr>
            </a:lvl3pPr>
            <a:lvl4pPr algn="l">
              <a:defRPr sz="1050" b="0">
                <a:solidFill>
                  <a:srgbClr val="0F172A"/>
                </a:solidFill>
              </a:defRPr>
            </a:lvl4pPr>
            <a:lvl5pPr algn="l">
              <a:defRPr sz="1050" b="0">
                <a:solidFill>
                  <a:srgbClr val="0F172A"/>
                </a:solidFill>
              </a:defRPr>
            </a:lvl5pPr>
            <a:lvl6pPr algn="l">
              <a:defRPr sz="1050" b="0">
                <a:solidFill>
                  <a:srgbClr val="0F172A"/>
                </a:solidFill>
              </a:defRPr>
            </a:lvl6pPr>
            <a:lvl7pPr algn="l">
              <a:defRPr sz="1050" b="0">
                <a:solidFill>
                  <a:srgbClr val="0F172A"/>
                </a:solidFill>
              </a:defRPr>
            </a:lvl7pPr>
            <a:lvl8pPr algn="l">
              <a:defRPr sz="1050" b="0">
                <a:solidFill>
                  <a:srgbClr val="0F172A"/>
                </a:solidFill>
              </a:defRPr>
            </a:lvl8pPr>
            <a:lvl9pPr algn="l">
              <a:defRPr sz="105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Ridge through Transformer benchmark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DF944-C760-4F75-83BA-70D94721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7315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3172E-312C-4C2D-A8B7-353B4064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0F766E"/>
                </a:solidFill>
              </a:defRPr>
            </a:defPPr>
            <a:lvl1pPr algn="l">
              <a:defRPr sz="1050" b="1">
                <a:solidFill>
                  <a:srgbClr val="0F766E"/>
                </a:solidFill>
              </a:defRPr>
            </a:lvl1pPr>
            <a:lvl2pPr algn="l">
              <a:defRPr sz="1050" b="1">
                <a:solidFill>
                  <a:srgbClr val="0F766E"/>
                </a:solidFill>
              </a:defRPr>
            </a:lvl2pPr>
            <a:lvl3pPr algn="l">
              <a:defRPr sz="1050" b="1">
                <a:solidFill>
                  <a:srgbClr val="0F766E"/>
                </a:solidFill>
              </a:defRPr>
            </a:lvl3pPr>
            <a:lvl4pPr algn="l">
              <a:defRPr sz="1050" b="1">
                <a:solidFill>
                  <a:srgbClr val="0F766E"/>
                </a:solidFill>
              </a:defRPr>
            </a:lvl4pPr>
            <a:lvl5pPr algn="l">
              <a:defRPr sz="1050" b="1">
                <a:solidFill>
                  <a:srgbClr val="0F766E"/>
                </a:solidFill>
              </a:defRPr>
            </a:lvl5pPr>
            <a:lvl6pPr algn="l">
              <a:defRPr sz="1050" b="1">
                <a:solidFill>
                  <a:srgbClr val="0F766E"/>
                </a:solidFill>
              </a:defRPr>
            </a:lvl6pPr>
            <a:lvl7pPr algn="l">
              <a:defRPr sz="1050" b="1">
                <a:solidFill>
                  <a:srgbClr val="0F766E"/>
                </a:solidFill>
              </a:defRPr>
            </a:lvl7pPr>
            <a:lvl8pPr algn="l">
              <a:defRPr sz="1050" b="1">
                <a:solidFill>
                  <a:srgbClr val="0F766E"/>
                </a:solidFill>
              </a:defRPr>
            </a:lvl8pPr>
            <a:lvl9pPr algn="l">
              <a:defRPr sz="10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XAI methods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E8F5A-B74B-463A-A965-D36FB84E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48025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0F172A"/>
                </a:solidFill>
              </a:defRPr>
            </a:defPPr>
            <a:lvl1pPr algn="l">
              <a:defRPr sz="1050" b="0">
                <a:solidFill>
                  <a:srgbClr val="0F172A"/>
                </a:solidFill>
              </a:defRPr>
            </a:lvl1pPr>
            <a:lvl2pPr algn="l">
              <a:defRPr sz="1050" b="0">
                <a:solidFill>
                  <a:srgbClr val="0F172A"/>
                </a:solidFill>
              </a:defRPr>
            </a:lvl2pPr>
            <a:lvl3pPr algn="l">
              <a:defRPr sz="1050" b="0">
                <a:solidFill>
                  <a:srgbClr val="0F172A"/>
                </a:solidFill>
              </a:defRPr>
            </a:lvl3pPr>
            <a:lvl4pPr algn="l">
              <a:defRPr sz="1050" b="0">
                <a:solidFill>
                  <a:srgbClr val="0F172A"/>
                </a:solidFill>
              </a:defRPr>
            </a:lvl4pPr>
            <a:lvl5pPr algn="l">
              <a:defRPr sz="1050" b="0">
                <a:solidFill>
                  <a:srgbClr val="0F172A"/>
                </a:solidFill>
              </a:defRPr>
            </a:lvl5pPr>
            <a:lvl6pPr algn="l">
              <a:defRPr sz="1050" b="0">
                <a:solidFill>
                  <a:srgbClr val="0F172A"/>
                </a:solidFill>
              </a:defRPr>
            </a:lvl6pPr>
            <a:lvl7pPr algn="l">
              <a:defRPr sz="1050" b="0">
                <a:solidFill>
                  <a:srgbClr val="0F172A"/>
                </a:solidFill>
              </a:defRPr>
            </a:lvl7pPr>
            <a:lvl8pPr algn="l">
              <a:defRPr sz="1050" b="0">
                <a:solidFill>
                  <a:srgbClr val="0F172A"/>
                </a:solidFill>
              </a:defRPr>
            </a:lvl8pPr>
            <a:lvl9pPr algn="l">
              <a:defRPr sz="105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SHAP, LIME, DiCE, occlusion, IG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4BE02-4263-441C-9AB9-962541DD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7315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D20A1-DC6E-423A-8D73-62218C08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8075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0F766E"/>
                </a:solidFill>
              </a:defRPr>
            </a:defPPr>
            <a:lvl1pPr algn="l">
              <a:defRPr sz="1050" b="1">
                <a:solidFill>
                  <a:srgbClr val="0F766E"/>
                </a:solidFill>
              </a:defRPr>
            </a:lvl1pPr>
            <a:lvl2pPr algn="l">
              <a:defRPr sz="1050" b="1">
                <a:solidFill>
                  <a:srgbClr val="0F766E"/>
                </a:solidFill>
              </a:defRPr>
            </a:lvl2pPr>
            <a:lvl3pPr algn="l">
              <a:defRPr sz="1050" b="1">
                <a:solidFill>
                  <a:srgbClr val="0F766E"/>
                </a:solidFill>
              </a:defRPr>
            </a:lvl3pPr>
            <a:lvl4pPr algn="l">
              <a:defRPr sz="1050" b="1">
                <a:solidFill>
                  <a:srgbClr val="0F766E"/>
                </a:solidFill>
              </a:defRPr>
            </a:lvl4pPr>
            <a:lvl5pPr algn="l">
              <a:defRPr sz="1050" b="1">
                <a:solidFill>
                  <a:srgbClr val="0F766E"/>
                </a:solidFill>
              </a:defRPr>
            </a:lvl5pPr>
            <a:lvl6pPr algn="l">
              <a:defRPr sz="1050" b="1">
                <a:solidFill>
                  <a:srgbClr val="0F766E"/>
                </a:solidFill>
              </a:defRPr>
            </a:lvl6pPr>
            <a:lvl7pPr algn="l">
              <a:defRPr sz="1050" b="1">
                <a:solidFill>
                  <a:srgbClr val="0F766E"/>
                </a:solidFill>
              </a:defRPr>
            </a:lvl7pPr>
            <a:lvl8pPr algn="l">
              <a:defRPr sz="1050" b="1">
                <a:solidFill>
                  <a:srgbClr val="0F766E"/>
                </a:solidFill>
              </a:defRPr>
            </a:lvl8pPr>
            <a:lvl9pPr algn="l">
              <a:defRPr sz="10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Explanation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A5058-219C-4E9B-B050-BFDAAAA5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48075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0F172A"/>
                </a:solidFill>
              </a:defRPr>
            </a:defPPr>
            <a:lvl1pPr algn="l">
              <a:defRPr sz="1050" b="0">
                <a:solidFill>
                  <a:srgbClr val="0F172A"/>
                </a:solidFill>
              </a:defRPr>
            </a:lvl1pPr>
            <a:lvl2pPr algn="l">
              <a:defRPr sz="1050" b="0">
                <a:solidFill>
                  <a:srgbClr val="0F172A"/>
                </a:solidFill>
              </a:defRPr>
            </a:lvl2pPr>
            <a:lvl3pPr algn="l">
              <a:defRPr sz="1050" b="0">
                <a:solidFill>
                  <a:srgbClr val="0F172A"/>
                </a:solidFill>
              </a:defRPr>
            </a:lvl3pPr>
            <a:lvl4pPr algn="l">
              <a:defRPr sz="1050" b="0">
                <a:solidFill>
                  <a:srgbClr val="0F172A"/>
                </a:solidFill>
              </a:defRPr>
            </a:lvl4pPr>
            <a:lvl5pPr algn="l">
              <a:defRPr sz="1050" b="0">
                <a:solidFill>
                  <a:srgbClr val="0F172A"/>
                </a:solidFill>
              </a:defRPr>
            </a:lvl5pPr>
            <a:lvl6pPr algn="l">
              <a:defRPr sz="1050" b="0">
                <a:solidFill>
                  <a:srgbClr val="0F172A"/>
                </a:solidFill>
              </a:defRPr>
            </a:lvl6pPr>
            <a:lvl7pPr algn="l">
              <a:defRPr sz="1050" b="0">
                <a:solidFill>
                  <a:srgbClr val="0F172A"/>
                </a:solidFill>
              </a:defRPr>
            </a:lvl7pPr>
            <a:lvl8pPr algn="l">
              <a:defRPr sz="1050" b="0">
                <a:solidFill>
                  <a:srgbClr val="0F172A"/>
                </a:solidFill>
              </a:defRPr>
            </a:lvl8pPr>
            <a:lvl9pPr algn="l">
              <a:defRPr sz="105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Faithfulness, stability, robustness, consistency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7D1BB1-7DF8-4082-83DA-C370C66B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2875"/>
            <a:ext cx="7315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386DC-53C5-4C7D-AFED-A1EA9057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0F766E"/>
                </a:solidFill>
              </a:defRPr>
            </a:defPPr>
            <a:lvl1pPr algn="l">
              <a:defRPr sz="1050" b="1">
                <a:solidFill>
                  <a:srgbClr val="0F766E"/>
                </a:solidFill>
              </a:defRPr>
            </a:lvl1pPr>
            <a:lvl2pPr algn="l">
              <a:defRPr sz="1050" b="1">
                <a:solidFill>
                  <a:srgbClr val="0F766E"/>
                </a:solidFill>
              </a:defRPr>
            </a:lvl2pPr>
            <a:lvl3pPr algn="l">
              <a:defRPr sz="1050" b="1">
                <a:solidFill>
                  <a:srgbClr val="0F766E"/>
                </a:solidFill>
              </a:defRPr>
            </a:lvl3pPr>
            <a:lvl4pPr algn="l">
              <a:defRPr sz="1050" b="1">
                <a:solidFill>
                  <a:srgbClr val="0F766E"/>
                </a:solidFill>
              </a:defRPr>
            </a:lvl4pPr>
            <a:lvl5pPr algn="l">
              <a:defRPr sz="1050" b="1">
                <a:solidFill>
                  <a:srgbClr val="0F766E"/>
                </a:solidFill>
              </a:defRPr>
            </a:lvl5pPr>
            <a:lvl6pPr algn="l">
              <a:defRPr sz="1050" b="1">
                <a:solidFill>
                  <a:srgbClr val="0F766E"/>
                </a:solidFill>
              </a:defRPr>
            </a:lvl6pPr>
            <a:lvl7pPr algn="l">
              <a:defRPr sz="1050" b="1">
                <a:solidFill>
                  <a:srgbClr val="0F766E"/>
                </a:solidFill>
              </a:defRPr>
            </a:lvl7pPr>
            <a:lvl8pPr algn="l">
              <a:defRPr sz="1050" b="1">
                <a:solidFill>
                  <a:srgbClr val="0F766E"/>
                </a:solidFill>
              </a:defRPr>
            </a:lvl8pPr>
            <a:lvl9pPr algn="l">
              <a:defRPr sz="10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Trust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D3AF9E-4098-4D2F-924B-C5345685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48125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0F172A"/>
                </a:solidFill>
              </a:defRPr>
            </a:defPPr>
            <a:lvl1pPr algn="l">
              <a:defRPr sz="1050" b="0">
                <a:solidFill>
                  <a:srgbClr val="0F172A"/>
                </a:solidFill>
              </a:defRPr>
            </a:lvl1pPr>
            <a:lvl2pPr algn="l">
              <a:defRPr sz="1050" b="0">
                <a:solidFill>
                  <a:srgbClr val="0F172A"/>
                </a:solidFill>
              </a:defRPr>
            </a:lvl2pPr>
            <a:lvl3pPr algn="l">
              <a:defRPr sz="1050" b="0">
                <a:solidFill>
                  <a:srgbClr val="0F172A"/>
                </a:solidFill>
              </a:defRPr>
            </a:lvl3pPr>
            <a:lvl4pPr algn="l">
              <a:defRPr sz="1050" b="0">
                <a:solidFill>
                  <a:srgbClr val="0F172A"/>
                </a:solidFill>
              </a:defRPr>
            </a:lvl4pPr>
            <a:lvl5pPr algn="l">
              <a:defRPr sz="1050" b="0">
                <a:solidFill>
                  <a:srgbClr val="0F172A"/>
                </a:solidFill>
              </a:defRPr>
            </a:lvl5pPr>
            <a:lvl6pPr algn="l">
              <a:defRPr sz="1050" b="0">
                <a:solidFill>
                  <a:srgbClr val="0F172A"/>
                </a:solidFill>
              </a:defRPr>
            </a:lvl6pPr>
            <a:lvl7pPr algn="l">
              <a:defRPr sz="1050" b="0">
                <a:solidFill>
                  <a:srgbClr val="0F172A"/>
                </a:solidFill>
              </a:defRPr>
            </a:lvl7pPr>
            <a:lvl8pPr algn="l">
              <a:defRPr sz="1050" b="0">
                <a:solidFill>
                  <a:srgbClr val="0F172A"/>
                </a:solidFill>
              </a:defRPr>
            </a:lvl8pPr>
            <a:lvl9pPr algn="l">
              <a:defRPr sz="105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Uncertainty, drift, subgroup gaps, spurious sensors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ED8619-4F18-4EA6-97ED-B11D7E64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7315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0A7EE4-AF7D-4BC4-96D8-984C7535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0F766E"/>
                </a:solidFill>
              </a:defRPr>
            </a:defPPr>
            <a:lvl1pPr algn="l">
              <a:defRPr sz="1050" b="1">
                <a:solidFill>
                  <a:srgbClr val="0F766E"/>
                </a:solidFill>
              </a:defRPr>
            </a:lvl1pPr>
            <a:lvl2pPr algn="l">
              <a:defRPr sz="1050" b="1">
                <a:solidFill>
                  <a:srgbClr val="0F766E"/>
                </a:solidFill>
              </a:defRPr>
            </a:lvl2pPr>
            <a:lvl3pPr algn="l">
              <a:defRPr sz="1050" b="1">
                <a:solidFill>
                  <a:srgbClr val="0F766E"/>
                </a:solidFill>
              </a:defRPr>
            </a:lvl3pPr>
            <a:lvl4pPr algn="l">
              <a:defRPr sz="1050" b="1">
                <a:solidFill>
                  <a:srgbClr val="0F766E"/>
                </a:solidFill>
              </a:defRPr>
            </a:lvl4pPr>
            <a:lvl5pPr algn="l">
              <a:defRPr sz="1050" b="1">
                <a:solidFill>
                  <a:srgbClr val="0F766E"/>
                </a:solidFill>
              </a:defRPr>
            </a:lvl5pPr>
            <a:lvl6pPr algn="l">
              <a:defRPr sz="1050" b="1">
                <a:solidFill>
                  <a:srgbClr val="0F766E"/>
                </a:solidFill>
              </a:defRPr>
            </a:lvl6pPr>
            <a:lvl7pPr algn="l">
              <a:defRPr sz="1050" b="1">
                <a:solidFill>
                  <a:srgbClr val="0F766E"/>
                </a:solidFill>
              </a:defRPr>
            </a:lvl7pPr>
            <a:lvl8pPr algn="l">
              <a:defRPr sz="1050" b="1">
                <a:solidFill>
                  <a:srgbClr val="0F766E"/>
                </a:solidFill>
              </a:defRPr>
            </a:lvl8pPr>
            <a:lvl9pPr algn="l">
              <a:defRPr sz="10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Decision value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DE9F1-5CDF-4EBB-9A41-A6AFE7A0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48175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0F172A"/>
                </a:solidFill>
              </a:defRPr>
            </a:defPPr>
            <a:lvl1pPr algn="l">
              <a:defRPr sz="1050" b="0">
                <a:solidFill>
                  <a:srgbClr val="0F172A"/>
                </a:solidFill>
              </a:defRPr>
            </a:lvl1pPr>
            <a:lvl2pPr algn="l">
              <a:defRPr sz="1050" b="0">
                <a:solidFill>
                  <a:srgbClr val="0F172A"/>
                </a:solidFill>
              </a:defRPr>
            </a:lvl2pPr>
            <a:lvl3pPr algn="l">
              <a:defRPr sz="1050" b="0">
                <a:solidFill>
                  <a:srgbClr val="0F172A"/>
                </a:solidFill>
              </a:defRPr>
            </a:lvl3pPr>
            <a:lvl4pPr algn="l">
              <a:defRPr sz="1050" b="0">
                <a:solidFill>
                  <a:srgbClr val="0F172A"/>
                </a:solidFill>
              </a:defRPr>
            </a:lvl4pPr>
            <a:lvl5pPr algn="l">
              <a:defRPr sz="1050" b="0">
                <a:solidFill>
                  <a:srgbClr val="0F172A"/>
                </a:solidFill>
              </a:defRPr>
            </a:lvl5pPr>
            <a:lvl6pPr algn="l">
              <a:defRPr sz="1050" b="0">
                <a:solidFill>
                  <a:srgbClr val="0F172A"/>
                </a:solidFill>
              </a:defRPr>
            </a:lvl6pPr>
            <a:lvl7pPr algn="l">
              <a:defRPr sz="1050" b="0">
                <a:solidFill>
                  <a:srgbClr val="0F172A"/>
                </a:solidFill>
              </a:defRPr>
            </a:lvl7pPr>
            <a:lvl8pPr algn="l">
              <a:defRPr sz="1050" b="0">
                <a:solidFill>
                  <a:srgbClr val="0F172A"/>
                </a:solidFill>
              </a:defRPr>
            </a:lvl8pPr>
            <a:lvl9pPr algn="l">
              <a:defRPr sz="105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Maintenance advisor and high-risk ranking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86B038-FA4A-4BEE-B173-5A0CF9F8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52975"/>
            <a:ext cx="7315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C2BAB5-124C-4EA0-A137-5902289E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48225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0F766E"/>
                </a:solidFill>
              </a:defRPr>
            </a:defPPr>
            <a:lvl1pPr algn="l">
              <a:defRPr sz="1050" b="1">
                <a:solidFill>
                  <a:srgbClr val="0F766E"/>
                </a:solidFill>
              </a:defRPr>
            </a:lvl1pPr>
            <a:lvl2pPr algn="l">
              <a:defRPr sz="1050" b="1">
                <a:solidFill>
                  <a:srgbClr val="0F766E"/>
                </a:solidFill>
              </a:defRPr>
            </a:lvl2pPr>
            <a:lvl3pPr algn="l">
              <a:defRPr sz="1050" b="1">
                <a:solidFill>
                  <a:srgbClr val="0F766E"/>
                </a:solidFill>
              </a:defRPr>
            </a:lvl3pPr>
            <a:lvl4pPr algn="l">
              <a:defRPr sz="1050" b="1">
                <a:solidFill>
                  <a:srgbClr val="0F766E"/>
                </a:solidFill>
              </a:defRPr>
            </a:lvl4pPr>
            <a:lvl5pPr algn="l">
              <a:defRPr sz="1050" b="1">
                <a:solidFill>
                  <a:srgbClr val="0F766E"/>
                </a:solidFill>
              </a:defRPr>
            </a:lvl5pPr>
            <a:lvl6pPr algn="l">
              <a:defRPr sz="1050" b="1">
                <a:solidFill>
                  <a:srgbClr val="0F766E"/>
                </a:solidFill>
              </a:defRPr>
            </a:lvl6pPr>
            <a:lvl7pPr algn="l">
              <a:defRPr sz="1050" b="1">
                <a:solidFill>
                  <a:srgbClr val="0F766E"/>
                </a:solidFill>
              </a:defRPr>
            </a:lvl7pPr>
            <a:lvl8pPr algn="l">
              <a:defRPr sz="1050" b="1">
                <a:solidFill>
                  <a:srgbClr val="0F766E"/>
                </a:solidFill>
              </a:defRPr>
            </a:lvl8pPr>
            <a:lvl9pPr algn="l">
              <a:defRPr sz="10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Expert feedback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002C5B-9785-451F-9A63-AA090460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48225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0F172A"/>
                </a:solidFill>
              </a:defRPr>
            </a:defPPr>
            <a:lvl1pPr algn="l">
              <a:defRPr sz="1050" b="0">
                <a:solidFill>
                  <a:srgbClr val="0F172A"/>
                </a:solidFill>
              </a:defRPr>
            </a:lvl1pPr>
            <a:lvl2pPr algn="l">
              <a:defRPr sz="1050" b="0">
                <a:solidFill>
                  <a:srgbClr val="0F172A"/>
                </a:solidFill>
              </a:defRPr>
            </a:lvl2pPr>
            <a:lvl3pPr algn="l">
              <a:defRPr sz="1050" b="0">
                <a:solidFill>
                  <a:srgbClr val="0F172A"/>
                </a:solidFill>
              </a:defRPr>
            </a:lvl3pPr>
            <a:lvl4pPr algn="l">
              <a:defRPr sz="1050" b="0">
                <a:solidFill>
                  <a:srgbClr val="0F172A"/>
                </a:solidFill>
              </a:defRPr>
            </a:lvl4pPr>
            <a:lvl5pPr algn="l">
              <a:defRPr sz="1050" b="0">
                <a:solidFill>
                  <a:srgbClr val="0F172A"/>
                </a:solidFill>
              </a:defRPr>
            </a:lvl5pPr>
            <a:lvl6pPr algn="l">
              <a:defRPr sz="1050" b="0">
                <a:solidFill>
                  <a:srgbClr val="0F172A"/>
                </a:solidFill>
              </a:defRPr>
            </a:lvl6pPr>
            <a:lvl7pPr algn="l">
              <a:defRPr sz="1050" b="0">
                <a:solidFill>
                  <a:srgbClr val="0F172A"/>
                </a:solidFill>
              </a:defRPr>
            </a:lvl7pPr>
            <a:lvl8pPr algn="l">
              <a:defRPr sz="1050" b="0">
                <a:solidFill>
                  <a:srgbClr val="0F172A"/>
                </a:solidFill>
              </a:defRPr>
            </a:lvl8pPr>
            <a:lvl9pPr algn="l">
              <a:defRPr sz="105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Protocol ready, responses pending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C7B75C-EA43-410E-9CE1-3048BE54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0E7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5FC1D6-0C33-45AE-9C2C-4AE3360A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384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Paper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A29C11-FB57-45D8-993F-4B4C3BE8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861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12 pages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996E2C-123E-4274-B059-671771BB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6710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475569"/>
                </a:solidFill>
              </a:defRPr>
            </a:defPPr>
            <a:lvl1pPr algn="l">
              <a:defRPr sz="975" b="0">
                <a:solidFill>
                  <a:srgbClr val="475569"/>
                </a:solidFill>
              </a:defRPr>
            </a:lvl1pPr>
            <a:lvl2pPr algn="l">
              <a:defRPr sz="975" b="0">
                <a:solidFill>
                  <a:srgbClr val="475569"/>
                </a:solidFill>
              </a:defRPr>
            </a:lvl2pPr>
            <a:lvl3pPr algn="l">
              <a:defRPr sz="975" b="0">
                <a:solidFill>
                  <a:srgbClr val="475569"/>
                </a:solidFill>
              </a:defRPr>
            </a:lvl3pPr>
            <a:lvl4pPr algn="l">
              <a:defRPr sz="975" b="0">
                <a:solidFill>
                  <a:srgbClr val="475569"/>
                </a:solidFill>
              </a:defRPr>
            </a:lvl4pPr>
            <a:lvl5pPr algn="l">
              <a:defRPr sz="975" b="0">
                <a:solidFill>
                  <a:srgbClr val="475569"/>
                </a:solidFill>
              </a:defRPr>
            </a:lvl5pPr>
            <a:lvl6pPr algn="l">
              <a:defRPr sz="975" b="0">
                <a:solidFill>
                  <a:srgbClr val="475569"/>
                </a:solidFill>
              </a:defRPr>
            </a:lvl6pPr>
            <a:lvl7pPr algn="l">
              <a:defRPr sz="975" b="0">
                <a:solidFill>
                  <a:srgbClr val="475569"/>
                </a:solidFill>
              </a:defRPr>
            </a:lvl7pPr>
            <a:lvl8pPr algn="l">
              <a:defRPr sz="975" b="0">
                <a:solidFill>
                  <a:srgbClr val="475569"/>
                </a:solidFill>
              </a:defRPr>
            </a:lvl8pPr>
            <a:lvl9pPr algn="l">
              <a:defRPr sz="97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IEEE-style PDF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F5F283-A25A-40CC-84CC-F4FFB636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65088-6804-4565-8695-DE1A7323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529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475569"/>
                </a:solidFill>
              </a:defRPr>
            </a:defPPr>
            <a:lvl1pPr algn="l">
              <a:defRPr sz="900" b="1">
                <a:solidFill>
                  <a:srgbClr val="475569"/>
                </a:solidFill>
              </a:defRPr>
            </a:lvl1pPr>
            <a:lvl2pPr algn="l">
              <a:defRPr sz="900" b="1">
                <a:solidFill>
                  <a:srgbClr val="475569"/>
                </a:solidFill>
              </a:defRPr>
            </a:lvl2pPr>
            <a:lvl3pPr algn="l">
              <a:defRPr sz="900" b="1">
                <a:solidFill>
                  <a:srgbClr val="475569"/>
                </a:solidFill>
              </a:defRPr>
            </a:lvl3pPr>
            <a:lvl4pPr algn="l">
              <a:defRPr sz="900" b="1">
                <a:solidFill>
                  <a:srgbClr val="475569"/>
                </a:solidFill>
              </a:defRPr>
            </a:lvl4pPr>
            <a:lvl5pPr algn="l">
              <a:defRPr sz="900" b="1">
                <a:solidFill>
                  <a:srgbClr val="475569"/>
                </a:solidFill>
              </a:defRPr>
            </a:lvl5pPr>
            <a:lvl6pPr algn="l">
              <a:defRPr sz="900" b="1">
                <a:solidFill>
                  <a:srgbClr val="475569"/>
                </a:solidFill>
              </a:defRPr>
            </a:lvl6pPr>
            <a:lvl7pPr algn="l">
              <a:defRPr sz="900" b="1">
                <a:solidFill>
                  <a:srgbClr val="475569"/>
                </a:solidFill>
              </a:defRPr>
            </a:lvl7pPr>
            <a:lvl8pPr algn="l">
              <a:defRPr sz="900" b="1">
                <a:solidFill>
                  <a:srgbClr val="475569"/>
                </a:solidFill>
              </a:defRPr>
            </a:lvl8pPr>
            <a:lvl9pPr algn="l"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Figures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0AA339-444B-42DC-A0BB-6D0AE2AA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005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16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18111B-5077-466F-AE9E-379D1375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815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475569"/>
                </a:solidFill>
              </a:defRPr>
            </a:defPPr>
            <a:lvl1pPr algn="l">
              <a:defRPr sz="975" b="0">
                <a:solidFill>
                  <a:srgbClr val="475569"/>
                </a:solidFill>
              </a:defRPr>
            </a:lvl1pPr>
            <a:lvl2pPr algn="l">
              <a:defRPr sz="975" b="0">
                <a:solidFill>
                  <a:srgbClr val="475569"/>
                </a:solidFill>
              </a:defRPr>
            </a:lvl2pPr>
            <a:lvl3pPr algn="l">
              <a:defRPr sz="975" b="0">
                <a:solidFill>
                  <a:srgbClr val="475569"/>
                </a:solidFill>
              </a:defRPr>
            </a:lvl3pPr>
            <a:lvl4pPr algn="l">
              <a:defRPr sz="975" b="0">
                <a:solidFill>
                  <a:srgbClr val="475569"/>
                </a:solidFill>
              </a:defRPr>
            </a:lvl4pPr>
            <a:lvl5pPr algn="l">
              <a:defRPr sz="975" b="0">
                <a:solidFill>
                  <a:srgbClr val="475569"/>
                </a:solidFill>
              </a:defRPr>
            </a:lvl5pPr>
            <a:lvl6pPr algn="l">
              <a:defRPr sz="975" b="0">
                <a:solidFill>
                  <a:srgbClr val="475569"/>
                </a:solidFill>
              </a:defRPr>
            </a:lvl6pPr>
            <a:lvl7pPr algn="l">
              <a:defRPr sz="975" b="0">
                <a:solidFill>
                  <a:srgbClr val="475569"/>
                </a:solidFill>
              </a:defRPr>
            </a:lvl7pPr>
            <a:lvl8pPr algn="l">
              <a:defRPr sz="975" b="0">
                <a:solidFill>
                  <a:srgbClr val="475569"/>
                </a:solidFill>
              </a:defRPr>
            </a:lvl8pPr>
            <a:lvl9pPr algn="l">
              <a:defRPr sz="97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Research plots included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BD4759-25ED-4213-B36D-BE72BD20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53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</a:defRPr>
            </a:defPPr>
            <a:lvl1pPr algn="l">
              <a:defRPr sz="1200" b="0">
                <a:solidFill>
                  <a:srgbClr val="475569"/>
                </a:solidFill>
              </a:defRPr>
            </a:lvl1pPr>
            <a:lvl2pPr algn="l">
              <a:defRPr sz="1200" b="0">
                <a:solidFill>
                  <a:srgbClr val="475569"/>
                </a:solidFill>
              </a:defRPr>
            </a:lvl2pPr>
            <a:lvl3pPr algn="l">
              <a:defRPr sz="1200" b="0">
                <a:solidFill>
                  <a:srgbClr val="475569"/>
                </a:solidFill>
              </a:defRPr>
            </a:lvl3pPr>
            <a:lvl4pPr algn="l">
              <a:defRPr sz="1200" b="0">
                <a:solidFill>
                  <a:srgbClr val="475569"/>
                </a:solidFill>
              </a:defRPr>
            </a:lvl4pPr>
            <a:lvl5pPr algn="l">
              <a:defRPr sz="1200" b="0">
                <a:solidFill>
                  <a:srgbClr val="475569"/>
                </a:solidFill>
              </a:defRPr>
            </a:lvl5pPr>
            <a:lvl6pPr algn="l">
              <a:defRPr sz="1200" b="0">
                <a:solidFill>
                  <a:srgbClr val="475569"/>
                </a:solidFill>
              </a:defRPr>
            </a:lvl6pPr>
            <a:lvl7pPr algn="l">
              <a:defRPr sz="1200" b="0">
                <a:solidFill>
                  <a:srgbClr val="475569"/>
                </a:solidFill>
              </a:defRPr>
            </a:lvl7pPr>
            <a:lvl8pPr algn="l">
              <a:defRPr sz="1200" b="0">
                <a:solidFill>
                  <a:srgbClr val="475569"/>
                </a:solidFill>
              </a:defRPr>
            </a:lvl8pPr>
            <a:lvl9pPr algn="l">
              <a:defRPr sz="120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Human expert feedback is not fabricated. The packet and blank template are ready for real reviewer responses.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4AAD05-12EC-4074-A402-C09A771B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C-MAPSS XAI Research Foundation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E319B6-C487-4B2B-BCED-F5B440FF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4748B"/>
                </a:solidFill>
              </a:defRPr>
            </a:defPPr>
            <a:lvl1pPr algn="r">
              <a:defRPr sz="825" b="0">
                <a:solidFill>
                  <a:srgbClr val="64748B"/>
                </a:solidFill>
              </a:defRPr>
            </a:lvl1pPr>
            <a:lvl2pPr algn="r">
              <a:defRPr sz="825" b="0">
                <a:solidFill>
                  <a:srgbClr val="64748B"/>
                </a:solidFill>
              </a:defRPr>
            </a:lvl2pPr>
            <a:lvl3pPr algn="r">
              <a:defRPr sz="825" b="0">
                <a:solidFill>
                  <a:srgbClr val="64748B"/>
                </a:solidFill>
              </a:defRPr>
            </a:lvl3pPr>
            <a:lvl4pPr algn="r">
              <a:defRPr sz="825" b="0">
                <a:solidFill>
                  <a:srgbClr val="64748B"/>
                </a:solidFill>
              </a:defRPr>
            </a:lvl4pPr>
            <a:lvl5pPr algn="r">
              <a:defRPr sz="825" b="0">
                <a:solidFill>
                  <a:srgbClr val="64748B"/>
                </a:solidFill>
              </a:defRPr>
            </a:lvl5pPr>
            <a:lvl6pPr algn="r">
              <a:defRPr sz="825" b="0">
                <a:solidFill>
                  <a:srgbClr val="64748B"/>
                </a:solidFill>
              </a:defRPr>
            </a:lvl6pPr>
            <a:lvl7pPr algn="r">
              <a:defRPr sz="825" b="0">
                <a:solidFill>
                  <a:srgbClr val="64748B"/>
                </a:solidFill>
              </a:defRPr>
            </a:lvl7pPr>
            <a:lvl8pPr algn="r">
              <a:defRPr sz="825" b="0">
                <a:solidFill>
                  <a:srgbClr val="64748B"/>
                </a:solidFill>
              </a:defRPr>
            </a:lvl8pPr>
            <a:lvl9pPr algn="r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549231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4B945E-96F2-456D-8B1F-03ACE4C1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F766E"/>
                </a:solidFill>
              </a:defRPr>
            </a:defPPr>
            <a:lvl1pPr algn="l">
              <a:defRPr sz="900" b="1">
                <a:solidFill>
                  <a:srgbClr val="0F766E"/>
                </a:solidFill>
              </a:defRPr>
            </a:lvl1pPr>
            <a:lvl2pPr algn="l">
              <a:defRPr sz="900" b="1">
                <a:solidFill>
                  <a:srgbClr val="0F766E"/>
                </a:solidFill>
              </a:defRPr>
            </a:lvl2pPr>
            <a:lvl3pPr algn="l">
              <a:defRPr sz="900" b="1">
                <a:solidFill>
                  <a:srgbClr val="0F766E"/>
                </a:solidFill>
              </a:defRPr>
            </a:lvl3pPr>
            <a:lvl4pPr algn="l">
              <a:defRPr sz="900" b="1">
                <a:solidFill>
                  <a:srgbClr val="0F766E"/>
                </a:solidFill>
              </a:defRPr>
            </a:lvl4pPr>
            <a:lvl5pPr algn="l">
              <a:defRPr sz="900" b="1">
                <a:solidFill>
                  <a:srgbClr val="0F766E"/>
                </a:solidFill>
              </a:defRPr>
            </a:lvl5pPr>
            <a:lvl6pPr algn="l">
              <a:defRPr sz="900" b="1">
                <a:solidFill>
                  <a:srgbClr val="0F766E"/>
                </a:solidFill>
              </a:defRPr>
            </a:lvl6pPr>
            <a:lvl7pPr algn="l">
              <a:defRPr sz="900" b="1">
                <a:solidFill>
                  <a:srgbClr val="0F766E"/>
                </a:solidFill>
              </a:defRPr>
            </a:lvl7pPr>
            <a:lvl8pPr algn="l">
              <a:defRPr sz="900" b="1">
                <a:solidFill>
                  <a:srgbClr val="0F766E"/>
                </a:solidFill>
              </a:defRPr>
            </a:lvl8pPr>
            <a:lvl9pPr algn="l">
              <a:defRPr sz="9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NOVELTY AND FINAL MESSAGE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FF55A-2E27-4D28-A95A-45B80F6E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0F172A"/>
                </a:solidFill>
              </a:defRPr>
            </a:defPPr>
            <a:lvl1pPr algn="l">
              <a:defRPr sz="2850" b="1">
                <a:solidFill>
                  <a:srgbClr val="0F172A"/>
                </a:solidFill>
              </a:defRPr>
            </a:lvl1pPr>
            <a:lvl2pPr algn="l">
              <a:defRPr sz="2850" b="1">
                <a:solidFill>
                  <a:srgbClr val="0F172A"/>
                </a:solidFill>
              </a:defRPr>
            </a:lvl2pPr>
            <a:lvl3pPr algn="l">
              <a:defRPr sz="2850" b="1">
                <a:solidFill>
                  <a:srgbClr val="0F172A"/>
                </a:solidFill>
              </a:defRPr>
            </a:lvl3pPr>
            <a:lvl4pPr algn="l">
              <a:defRPr sz="2850" b="1">
                <a:solidFill>
                  <a:srgbClr val="0F172A"/>
                </a:solidFill>
              </a:defRPr>
            </a:lvl4pPr>
            <a:lvl5pPr algn="l">
              <a:defRPr sz="2850" b="1">
                <a:solidFill>
                  <a:srgbClr val="0F172A"/>
                </a:solidFill>
              </a:defRPr>
            </a:lvl5pPr>
            <a:lvl6pPr algn="l">
              <a:defRPr sz="2850" b="1">
                <a:solidFill>
                  <a:srgbClr val="0F172A"/>
                </a:solidFill>
              </a:defRPr>
            </a:lvl6pPr>
            <a:lvl7pPr algn="l">
              <a:defRPr sz="2850" b="1">
                <a:solidFill>
                  <a:srgbClr val="0F172A"/>
                </a:solidFill>
              </a:defRPr>
            </a:lvl7pPr>
            <a:lvl8pPr algn="l">
              <a:defRPr sz="2850" b="1">
                <a:solidFill>
                  <a:srgbClr val="0F172A"/>
                </a:solidFill>
              </a:defRPr>
            </a:lvl8pPr>
            <a:lvl9pPr algn="l">
              <a:defRPr sz="28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Contribution is measured XAI for maintenance decisions, not only RUL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ECB33-4F54-40B0-BECF-C5495DAF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</a:defRPr>
            </a:defPPr>
            <a:lvl1pPr algn="l">
              <a:defRPr sz="1350" b="0">
                <a:solidFill>
                  <a:srgbClr val="475569"/>
                </a:solidFill>
              </a:defRPr>
            </a:lvl1pPr>
            <a:lvl2pPr algn="l">
              <a:defRPr sz="1350" b="0">
                <a:solidFill>
                  <a:srgbClr val="475569"/>
                </a:solidFill>
              </a:defRPr>
            </a:lvl2pPr>
            <a:lvl3pPr algn="l">
              <a:defRPr sz="1350" b="0">
                <a:solidFill>
                  <a:srgbClr val="475569"/>
                </a:solidFill>
              </a:defRPr>
            </a:lvl3pPr>
            <a:lvl4pPr algn="l">
              <a:defRPr sz="1350" b="0">
                <a:solidFill>
                  <a:srgbClr val="475569"/>
                </a:solidFill>
              </a:defRPr>
            </a:lvl4pPr>
            <a:lvl5pPr algn="l">
              <a:defRPr sz="1350" b="0">
                <a:solidFill>
                  <a:srgbClr val="475569"/>
                </a:solidFill>
              </a:defRPr>
            </a:lvl5pPr>
            <a:lvl6pPr algn="l">
              <a:defRPr sz="1350" b="0">
                <a:solidFill>
                  <a:srgbClr val="475569"/>
                </a:solidFill>
              </a:defRPr>
            </a:lvl6pPr>
            <a:lvl7pPr algn="l">
              <a:defRPr sz="1350" b="0">
                <a:solidFill>
                  <a:srgbClr val="475569"/>
                </a:solidFill>
              </a:defRPr>
            </a:lvl7pPr>
            <a:lvl8pPr algn="l">
              <a:defRPr sz="1350" b="0">
                <a:solidFill>
                  <a:srgbClr val="475569"/>
                </a:solidFill>
              </a:defRPr>
            </a:lvl8pPr>
            <a:lvl9pPr algn="l">
              <a:defRPr sz="13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The system connects model accuracy, explanation reliability, uncertainty, subgroup behavior, and maintenance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32675-5574-4C6C-9461-5AC4AFFE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23241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0E7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CAA84-61D1-489C-934E-708A61E8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0F172A"/>
                </a:solidFill>
              </a:defRPr>
            </a:defPPr>
            <a:lvl1pPr algn="l">
              <a:defRPr sz="1500" b="1">
                <a:solidFill>
                  <a:srgbClr val="0F172A"/>
                </a:solidFill>
              </a:defRPr>
            </a:lvl1pPr>
            <a:lvl2pPr algn="l">
              <a:defRPr sz="1500" b="1">
                <a:solidFill>
                  <a:srgbClr val="0F172A"/>
                </a:solidFill>
              </a:defRPr>
            </a:lvl2pPr>
            <a:lvl3pPr algn="l">
              <a:defRPr sz="1500" b="1">
                <a:solidFill>
                  <a:srgbClr val="0F172A"/>
                </a:solidFill>
              </a:defRPr>
            </a:lvl3pPr>
            <a:lvl4pPr algn="l">
              <a:defRPr sz="1500" b="1">
                <a:solidFill>
                  <a:srgbClr val="0F172A"/>
                </a:solidFill>
              </a:defRPr>
            </a:lvl4pPr>
            <a:lvl5pPr algn="l">
              <a:defRPr sz="1500" b="1">
                <a:solidFill>
                  <a:srgbClr val="0F172A"/>
                </a:solidFill>
              </a:defRPr>
            </a:lvl5pPr>
            <a:lvl6pPr algn="l">
              <a:defRPr sz="1500" b="1">
                <a:solidFill>
                  <a:srgbClr val="0F172A"/>
                </a:solidFill>
              </a:defRPr>
            </a:lvl6pPr>
            <a:lvl7pPr algn="l">
              <a:defRPr sz="1500" b="1">
                <a:solidFill>
                  <a:srgbClr val="0F172A"/>
                </a:solidFill>
              </a:defRPr>
            </a:lvl7pPr>
            <a:lvl8pPr algn="l">
              <a:defRPr sz="1500" b="1">
                <a:solidFill>
                  <a:srgbClr val="0F172A"/>
                </a:solidFill>
              </a:defRPr>
            </a:lvl8pPr>
            <a:lvl9pPr algn="l">
              <a:defRPr sz="15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Research foundation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786D2-1D99-42C5-AB30-01A60C6A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</a:defRPr>
            </a:defPPr>
            <a:lvl1pPr algn="l">
              <a:defRPr sz="1200" b="0">
                <a:solidFill>
                  <a:srgbClr val="475569"/>
                </a:solidFill>
              </a:defRPr>
            </a:lvl1pPr>
            <a:lvl2pPr algn="l">
              <a:defRPr sz="1200" b="0">
                <a:solidFill>
                  <a:srgbClr val="475569"/>
                </a:solidFill>
              </a:defRPr>
            </a:lvl2pPr>
            <a:lvl3pPr algn="l">
              <a:defRPr sz="1200" b="0">
                <a:solidFill>
                  <a:srgbClr val="475569"/>
                </a:solidFill>
              </a:defRPr>
            </a:lvl3pPr>
            <a:lvl4pPr algn="l">
              <a:defRPr sz="1200" b="0">
                <a:solidFill>
                  <a:srgbClr val="475569"/>
                </a:solidFill>
              </a:defRPr>
            </a:lvl4pPr>
            <a:lvl5pPr algn="l">
              <a:defRPr sz="1200" b="0">
                <a:solidFill>
                  <a:srgbClr val="475569"/>
                </a:solidFill>
              </a:defRPr>
            </a:lvl5pPr>
            <a:lvl6pPr algn="l">
              <a:defRPr sz="1200" b="0">
                <a:solidFill>
                  <a:srgbClr val="475569"/>
                </a:solidFill>
              </a:defRPr>
            </a:lvl6pPr>
            <a:lvl7pPr algn="l">
              <a:defRPr sz="1200" b="0">
                <a:solidFill>
                  <a:srgbClr val="475569"/>
                </a:solidFill>
              </a:defRPr>
            </a:lvl7pPr>
            <a:lvl8pPr algn="l">
              <a:defRPr sz="1200" b="0">
                <a:solidFill>
                  <a:srgbClr val="475569"/>
                </a:solidFill>
              </a:defRPr>
            </a:lvl8pPr>
            <a:lvl9pPr algn="l">
              <a:defRPr sz="120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Versioned data, scaler artifacts, hashes, dataset card, validation 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3FE56-79F8-4100-AFC1-E6E0E3BE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23241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AD71A-9C46-4146-B48B-36850FDF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00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0F172A"/>
                </a:solidFill>
              </a:defRPr>
            </a:defPPr>
            <a:lvl1pPr algn="l">
              <a:defRPr sz="1500" b="1">
                <a:solidFill>
                  <a:srgbClr val="0F172A"/>
                </a:solidFill>
              </a:defRPr>
            </a:lvl1pPr>
            <a:lvl2pPr algn="l">
              <a:defRPr sz="1500" b="1">
                <a:solidFill>
                  <a:srgbClr val="0F172A"/>
                </a:solidFill>
              </a:defRPr>
            </a:lvl2pPr>
            <a:lvl3pPr algn="l">
              <a:defRPr sz="1500" b="1">
                <a:solidFill>
                  <a:srgbClr val="0F172A"/>
                </a:solidFill>
              </a:defRPr>
            </a:lvl3pPr>
            <a:lvl4pPr algn="l">
              <a:defRPr sz="1500" b="1">
                <a:solidFill>
                  <a:srgbClr val="0F172A"/>
                </a:solidFill>
              </a:defRPr>
            </a:lvl4pPr>
            <a:lvl5pPr algn="l">
              <a:defRPr sz="1500" b="1">
                <a:solidFill>
                  <a:srgbClr val="0F172A"/>
                </a:solidFill>
              </a:defRPr>
            </a:lvl5pPr>
            <a:lvl6pPr algn="l">
              <a:defRPr sz="1500" b="1">
                <a:solidFill>
                  <a:srgbClr val="0F172A"/>
                </a:solidFill>
              </a:defRPr>
            </a:lvl6pPr>
            <a:lvl7pPr algn="l">
              <a:defRPr sz="1500" b="1">
                <a:solidFill>
                  <a:srgbClr val="0F172A"/>
                </a:solidFill>
              </a:defRPr>
            </a:lvl7pPr>
            <a:lvl8pPr algn="l">
              <a:defRPr sz="1500" b="1">
                <a:solidFill>
                  <a:srgbClr val="0F172A"/>
                </a:solidFill>
              </a:defRPr>
            </a:lvl8pPr>
            <a:lvl9pPr algn="l">
              <a:defRPr sz="15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Model suite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111E0-25E2-40DF-B1B6-A219DE7E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385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</a:defRPr>
            </a:defPPr>
            <a:lvl1pPr algn="l">
              <a:defRPr sz="1200" b="0">
                <a:solidFill>
                  <a:srgbClr val="475569"/>
                </a:solidFill>
              </a:defRPr>
            </a:lvl1pPr>
            <a:lvl2pPr algn="l">
              <a:defRPr sz="1200" b="0">
                <a:solidFill>
                  <a:srgbClr val="475569"/>
                </a:solidFill>
              </a:defRPr>
            </a:lvl2pPr>
            <a:lvl3pPr algn="l">
              <a:defRPr sz="1200" b="0">
                <a:solidFill>
                  <a:srgbClr val="475569"/>
                </a:solidFill>
              </a:defRPr>
            </a:lvl3pPr>
            <a:lvl4pPr algn="l">
              <a:defRPr sz="1200" b="0">
                <a:solidFill>
                  <a:srgbClr val="475569"/>
                </a:solidFill>
              </a:defRPr>
            </a:lvl4pPr>
            <a:lvl5pPr algn="l">
              <a:defRPr sz="1200" b="0">
                <a:solidFill>
                  <a:srgbClr val="475569"/>
                </a:solidFill>
              </a:defRPr>
            </a:lvl5pPr>
            <a:lvl6pPr algn="l">
              <a:defRPr sz="1200" b="0">
                <a:solidFill>
                  <a:srgbClr val="475569"/>
                </a:solidFill>
              </a:defRPr>
            </a:lvl6pPr>
            <a:lvl7pPr algn="l">
              <a:defRPr sz="1200" b="0">
                <a:solidFill>
                  <a:srgbClr val="475569"/>
                </a:solidFill>
              </a:defRPr>
            </a:lvl7pPr>
            <a:lvl8pPr algn="l">
              <a:defRPr sz="1200" b="0">
                <a:solidFill>
                  <a:srgbClr val="475569"/>
                </a:solidFill>
              </a:defRPr>
            </a:lvl8pPr>
            <a:lvl9pPr algn="l">
              <a:defRPr sz="120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Classical ML plus LSTM, GRU, Transformer across FD001 to FD004.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59558-C18A-4F6B-8C9D-13637CC7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52700"/>
            <a:ext cx="23241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A7A6F-4643-4F20-B983-984811BE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0F172A"/>
                </a:solidFill>
              </a:defRPr>
            </a:defPPr>
            <a:lvl1pPr algn="l">
              <a:defRPr sz="1500" b="1">
                <a:solidFill>
                  <a:srgbClr val="0F172A"/>
                </a:solidFill>
              </a:defRPr>
            </a:lvl1pPr>
            <a:lvl2pPr algn="l">
              <a:defRPr sz="1500" b="1">
                <a:solidFill>
                  <a:srgbClr val="0F172A"/>
                </a:solidFill>
              </a:defRPr>
            </a:lvl2pPr>
            <a:lvl3pPr algn="l">
              <a:defRPr sz="1500" b="1">
                <a:solidFill>
                  <a:srgbClr val="0F172A"/>
                </a:solidFill>
              </a:defRPr>
            </a:lvl3pPr>
            <a:lvl4pPr algn="l">
              <a:defRPr sz="1500" b="1">
                <a:solidFill>
                  <a:srgbClr val="0F172A"/>
                </a:solidFill>
              </a:defRPr>
            </a:lvl4pPr>
            <a:lvl5pPr algn="l">
              <a:defRPr sz="1500" b="1">
                <a:solidFill>
                  <a:srgbClr val="0F172A"/>
                </a:solidFill>
              </a:defRPr>
            </a:lvl5pPr>
            <a:lvl6pPr algn="l">
              <a:defRPr sz="1500" b="1">
                <a:solidFill>
                  <a:srgbClr val="0F172A"/>
                </a:solidFill>
              </a:defRPr>
            </a:lvl6pPr>
            <a:lvl7pPr algn="l">
              <a:defRPr sz="1500" b="1">
                <a:solidFill>
                  <a:srgbClr val="0F172A"/>
                </a:solidFill>
              </a:defRPr>
            </a:lvl7pPr>
            <a:lvl8pPr algn="l">
              <a:defRPr sz="1500" b="1">
                <a:solidFill>
                  <a:srgbClr val="0F172A"/>
                </a:solidFill>
              </a:defRPr>
            </a:lvl8pPr>
            <a:lvl9pPr algn="l">
              <a:defRPr sz="15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XAI evaluation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4DC01-0A34-4C27-8E31-ADD54FC6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385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</a:defRPr>
            </a:defPPr>
            <a:lvl1pPr algn="l">
              <a:defRPr sz="1200" b="0">
                <a:solidFill>
                  <a:srgbClr val="475569"/>
                </a:solidFill>
              </a:defRPr>
            </a:lvl1pPr>
            <a:lvl2pPr algn="l">
              <a:defRPr sz="1200" b="0">
                <a:solidFill>
                  <a:srgbClr val="475569"/>
                </a:solidFill>
              </a:defRPr>
            </a:lvl2pPr>
            <a:lvl3pPr algn="l">
              <a:defRPr sz="1200" b="0">
                <a:solidFill>
                  <a:srgbClr val="475569"/>
                </a:solidFill>
              </a:defRPr>
            </a:lvl3pPr>
            <a:lvl4pPr algn="l">
              <a:defRPr sz="1200" b="0">
                <a:solidFill>
                  <a:srgbClr val="475569"/>
                </a:solidFill>
              </a:defRPr>
            </a:lvl4pPr>
            <a:lvl5pPr algn="l">
              <a:defRPr sz="1200" b="0">
                <a:solidFill>
                  <a:srgbClr val="475569"/>
                </a:solidFill>
              </a:defRPr>
            </a:lvl5pPr>
            <a:lvl6pPr algn="l">
              <a:defRPr sz="1200" b="0">
                <a:solidFill>
                  <a:srgbClr val="475569"/>
                </a:solidFill>
              </a:defRPr>
            </a:lvl6pPr>
            <a:lvl7pPr algn="l">
              <a:defRPr sz="1200" b="0">
                <a:solidFill>
                  <a:srgbClr val="475569"/>
                </a:solidFill>
              </a:defRPr>
            </a:lvl7pPr>
            <a:lvl8pPr algn="l">
              <a:defRPr sz="1200" b="0">
                <a:solidFill>
                  <a:srgbClr val="475569"/>
                </a:solidFill>
              </a:defRPr>
            </a:lvl8pPr>
            <a:lvl9pPr algn="l">
              <a:defRPr sz="120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Quality, runtime, trustworthiness, counterfactuals, temporal attributions.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FE37B-2A70-4B37-86A1-2AC2043C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52700"/>
            <a:ext cx="23241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0AB399-6078-4154-AF46-5F75DFC1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0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0F172A"/>
                </a:solidFill>
              </a:defRPr>
            </a:defPPr>
            <a:lvl1pPr algn="l">
              <a:defRPr sz="1500" b="1">
                <a:solidFill>
                  <a:srgbClr val="0F172A"/>
                </a:solidFill>
              </a:defRPr>
            </a:lvl1pPr>
            <a:lvl2pPr algn="l">
              <a:defRPr sz="1500" b="1">
                <a:solidFill>
                  <a:srgbClr val="0F172A"/>
                </a:solidFill>
              </a:defRPr>
            </a:lvl2pPr>
            <a:lvl3pPr algn="l">
              <a:defRPr sz="1500" b="1">
                <a:solidFill>
                  <a:srgbClr val="0F172A"/>
                </a:solidFill>
              </a:defRPr>
            </a:lvl3pPr>
            <a:lvl4pPr algn="l">
              <a:defRPr sz="1500" b="1">
                <a:solidFill>
                  <a:srgbClr val="0F172A"/>
                </a:solidFill>
              </a:defRPr>
            </a:lvl4pPr>
            <a:lvl5pPr algn="l">
              <a:defRPr sz="1500" b="1">
                <a:solidFill>
                  <a:srgbClr val="0F172A"/>
                </a:solidFill>
              </a:defRPr>
            </a:lvl5pPr>
            <a:lvl6pPr algn="l">
              <a:defRPr sz="1500" b="1">
                <a:solidFill>
                  <a:srgbClr val="0F172A"/>
                </a:solidFill>
              </a:defRPr>
            </a:lvl6pPr>
            <a:lvl7pPr algn="l">
              <a:defRPr sz="1500" b="1">
                <a:solidFill>
                  <a:srgbClr val="0F172A"/>
                </a:solidFill>
              </a:defRPr>
            </a:lvl7pPr>
            <a:lvl8pPr algn="l">
              <a:defRPr sz="1500" b="1">
                <a:solidFill>
                  <a:srgbClr val="0F172A"/>
                </a:solidFill>
              </a:defRPr>
            </a:lvl8pPr>
            <a:lvl9pPr algn="l">
              <a:defRPr sz="15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Decision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F3E0B-84DE-43EE-8A58-20B81C85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385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</a:defRPr>
            </a:defPPr>
            <a:lvl1pPr algn="l">
              <a:defRPr sz="1200" b="0">
                <a:solidFill>
                  <a:srgbClr val="475569"/>
                </a:solidFill>
              </a:defRPr>
            </a:lvl1pPr>
            <a:lvl2pPr algn="l">
              <a:defRPr sz="1200" b="0">
                <a:solidFill>
                  <a:srgbClr val="475569"/>
                </a:solidFill>
              </a:defRPr>
            </a:lvl2pPr>
            <a:lvl3pPr algn="l">
              <a:defRPr sz="1200" b="0">
                <a:solidFill>
                  <a:srgbClr val="475569"/>
                </a:solidFill>
              </a:defRPr>
            </a:lvl3pPr>
            <a:lvl4pPr algn="l">
              <a:defRPr sz="1200" b="0">
                <a:solidFill>
                  <a:srgbClr val="475569"/>
                </a:solidFill>
              </a:defRPr>
            </a:lvl4pPr>
            <a:lvl5pPr algn="l">
              <a:defRPr sz="1200" b="0">
                <a:solidFill>
                  <a:srgbClr val="475569"/>
                </a:solidFill>
              </a:defRPr>
            </a:lvl5pPr>
            <a:lvl6pPr algn="l">
              <a:defRPr sz="1200" b="0">
                <a:solidFill>
                  <a:srgbClr val="475569"/>
                </a:solidFill>
              </a:defRPr>
            </a:lvl6pPr>
            <a:lvl7pPr algn="l">
              <a:defRPr sz="1200" b="0">
                <a:solidFill>
                  <a:srgbClr val="475569"/>
                </a:solidFill>
              </a:defRPr>
            </a:lvl7pPr>
            <a:lvl8pPr algn="l">
              <a:defRPr sz="1200" b="0">
                <a:solidFill>
                  <a:srgbClr val="475569"/>
                </a:solidFill>
              </a:defRPr>
            </a:lvl8pPr>
            <a:lvl9pPr algn="l">
              <a:defRPr sz="120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Risk triage, top sensors, explanation notes, maintenance recommendation.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80083-C059-4BC6-AB40-19F6A476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0">
                <a:solidFill>
                  <a:srgbClr val="475569"/>
                </a:solidFill>
              </a:defRPr>
            </a:defPPr>
            <a:lvl1pPr algn="ctr">
              <a:defRPr sz="1350" b="0">
                <a:solidFill>
                  <a:srgbClr val="475569"/>
                </a:solidFill>
              </a:defRPr>
            </a:lvl1pPr>
            <a:lvl2pPr algn="ctr">
              <a:defRPr sz="1350" b="0">
                <a:solidFill>
                  <a:srgbClr val="475569"/>
                </a:solidFill>
              </a:defRPr>
            </a:lvl2pPr>
            <a:lvl3pPr algn="ctr">
              <a:defRPr sz="1350" b="0">
                <a:solidFill>
                  <a:srgbClr val="475569"/>
                </a:solidFill>
              </a:defRPr>
            </a:lvl3pPr>
            <a:lvl4pPr algn="ctr">
              <a:defRPr sz="1350" b="0">
                <a:solidFill>
                  <a:srgbClr val="475569"/>
                </a:solidFill>
              </a:defRPr>
            </a:lvl4pPr>
            <a:lvl5pPr algn="ctr">
              <a:defRPr sz="1350" b="0">
                <a:solidFill>
                  <a:srgbClr val="475569"/>
                </a:solidFill>
              </a:defRPr>
            </a:lvl5pPr>
            <a:lvl6pPr algn="ctr">
              <a:defRPr sz="1350" b="0">
                <a:solidFill>
                  <a:srgbClr val="475569"/>
                </a:solidFill>
              </a:defRPr>
            </a:lvl6pPr>
            <a:lvl7pPr algn="ctr">
              <a:defRPr sz="1350" b="0">
                <a:solidFill>
                  <a:srgbClr val="475569"/>
                </a:solidFill>
              </a:defRPr>
            </a:lvl7pPr>
            <a:lvl8pPr algn="ctr">
              <a:defRPr sz="1350" b="0">
                <a:solidFill>
                  <a:srgbClr val="475569"/>
                </a:solidFill>
              </a:defRPr>
            </a:lvl8pPr>
            <a:lvl9pPr algn="ctr">
              <a:defRPr sz="13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Limitations to state clearly: expert feedback pending, intervals uncalibrated, larger hyperparameter search deferred.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8191C-DAA9-4CCC-9850-E5952785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C-MAPSS XAI Research Foundation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F4A4F0-BD4A-4A4E-9447-72995B9C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4748B"/>
                </a:solidFill>
              </a:defRPr>
            </a:defPPr>
            <a:lvl1pPr algn="r">
              <a:defRPr sz="825" b="0">
                <a:solidFill>
                  <a:srgbClr val="64748B"/>
                </a:solidFill>
              </a:defRPr>
            </a:lvl1pPr>
            <a:lvl2pPr algn="r">
              <a:defRPr sz="825" b="0">
                <a:solidFill>
                  <a:srgbClr val="64748B"/>
                </a:solidFill>
              </a:defRPr>
            </a:lvl2pPr>
            <a:lvl3pPr algn="r">
              <a:defRPr sz="825" b="0">
                <a:solidFill>
                  <a:srgbClr val="64748B"/>
                </a:solidFill>
              </a:defRPr>
            </a:lvl3pPr>
            <a:lvl4pPr algn="r">
              <a:defRPr sz="825" b="0">
                <a:solidFill>
                  <a:srgbClr val="64748B"/>
                </a:solidFill>
              </a:defRPr>
            </a:lvl4pPr>
            <a:lvl5pPr algn="r">
              <a:defRPr sz="825" b="0">
                <a:solidFill>
                  <a:srgbClr val="64748B"/>
                </a:solidFill>
              </a:defRPr>
            </a:lvl5pPr>
            <a:lvl6pPr algn="r">
              <a:defRPr sz="825" b="0">
                <a:solidFill>
                  <a:srgbClr val="64748B"/>
                </a:solidFill>
              </a:defRPr>
            </a:lvl6pPr>
            <a:lvl7pPr algn="r">
              <a:defRPr sz="825" b="0">
                <a:solidFill>
                  <a:srgbClr val="64748B"/>
                </a:solidFill>
              </a:defRPr>
            </a:lvl7pPr>
            <a:lvl8pPr algn="r">
              <a:defRPr sz="825" b="0">
                <a:solidFill>
                  <a:srgbClr val="64748B"/>
                </a:solidFill>
              </a:defRPr>
            </a:lvl8pPr>
            <a:lvl9pPr algn="r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3028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2026-10-22T20:11:16.9090000Z</dcterms:created>
  <dcterms:modified xsi:type="dcterms:W3CDTF">2026-10-22T20:11:16.9090000Z</dcterms:modified>
</coreProperties>
</file>